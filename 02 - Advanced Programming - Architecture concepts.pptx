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1"/>
  </p:notesMasterIdLst>
  <p:sldIdLst>
    <p:sldId id="276" r:id="rId5"/>
    <p:sldId id="396" r:id="rId6"/>
    <p:sldId id="370" r:id="rId7"/>
    <p:sldId id="371" r:id="rId8"/>
    <p:sldId id="439" r:id="rId9"/>
    <p:sldId id="437" r:id="rId10"/>
    <p:sldId id="438" r:id="rId11"/>
    <p:sldId id="372" r:id="rId12"/>
    <p:sldId id="395" r:id="rId13"/>
    <p:sldId id="373" r:id="rId14"/>
    <p:sldId id="374" r:id="rId15"/>
    <p:sldId id="375" r:id="rId16"/>
    <p:sldId id="381" r:id="rId17"/>
    <p:sldId id="382" r:id="rId18"/>
    <p:sldId id="383" r:id="rId19"/>
    <p:sldId id="384" r:id="rId20"/>
    <p:sldId id="376" r:id="rId21"/>
    <p:sldId id="377" r:id="rId22"/>
    <p:sldId id="378" r:id="rId23"/>
    <p:sldId id="379" r:id="rId24"/>
    <p:sldId id="385" r:id="rId25"/>
    <p:sldId id="380" r:id="rId26"/>
    <p:sldId id="386" r:id="rId27"/>
    <p:sldId id="387" r:id="rId28"/>
    <p:sldId id="388" r:id="rId29"/>
    <p:sldId id="436" r:id="rId30"/>
  </p:sldIdLst>
  <p:sldSz cx="9144000" cy="5143500" type="screen16x9"/>
  <p:notesSz cx="6858000" cy="9144000"/>
  <p:embeddedFontLst>
    <p:embeddedFont>
      <p:font typeface="ＭＳ ゴシック" panose="020B0609070205080204" pitchFamily="49" charset="-128"/>
      <p:regular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 autoAdjust="0"/>
    <p:restoredTop sz="93230" autoAdjust="0"/>
  </p:normalViewPr>
  <p:slideViewPr>
    <p:cSldViewPr>
      <p:cViewPr>
        <p:scale>
          <a:sx n="116" d="100"/>
          <a:sy n="116" d="100"/>
        </p:scale>
        <p:origin x="336" y="776"/>
      </p:cViewPr>
      <p:guideLst>
        <p:guide orient="horz" pos="1080"/>
        <p:guide pos="1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E4957E-66FD-6A4B-BB9A-C96868771C84}" type="doc">
      <dgm:prSet loTypeId="urn:microsoft.com/office/officeart/2005/8/layout/cycle3" loCatId="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it-IT"/>
        </a:p>
      </dgm:t>
    </dgm:pt>
    <dgm:pt modelId="{5136CAB3-75B0-DF4F-B32B-64E739F3C67F}">
      <dgm:prSet/>
      <dgm:spPr/>
      <dgm:t>
        <a:bodyPr/>
        <a:lstStyle/>
        <a:p>
          <a:pPr rtl="0"/>
          <a:r>
            <a:rPr lang="en-US" b="1" noProof="0" dirty="0">
              <a:solidFill>
                <a:schemeClr val="tx1"/>
              </a:solidFill>
            </a:rPr>
            <a:t>Feasibility study</a:t>
          </a:r>
        </a:p>
      </dgm:t>
    </dgm:pt>
    <dgm:pt modelId="{0A302D07-0D1D-7E47-A34A-6DC488E13E6B}" type="parTrans" cxnId="{F5971EEA-890E-D04C-8FF9-D4BECC9A35F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A4D5CFC-CC88-8545-BCD8-01FCC8206481}" type="sibTrans" cxnId="{F5971EEA-890E-D04C-8FF9-D4BECC9A35F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271B1CF7-172F-7C4F-9D71-FFC5F5C640F0}">
      <dgm:prSet/>
      <dgm:spPr/>
      <dgm:t>
        <a:bodyPr/>
        <a:lstStyle/>
        <a:p>
          <a:pPr rtl="0"/>
          <a:r>
            <a:rPr lang="en-GB" b="1" dirty="0">
              <a:solidFill>
                <a:schemeClr val="tx1"/>
              </a:solidFill>
            </a:rPr>
            <a:t>Requirements analysis</a:t>
          </a:r>
        </a:p>
      </dgm:t>
    </dgm:pt>
    <dgm:pt modelId="{361CDE7E-4227-AB42-AAA1-2A3F50EE673C}" type="parTrans" cxnId="{38FC9AE8-A83A-7041-BDBE-432813504DD1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B9FFD6AB-10AC-5F49-99AC-9F7B8A6E87A8}" type="sibTrans" cxnId="{38FC9AE8-A83A-7041-BDBE-432813504DD1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D997C4FF-B095-F14D-88FB-07AEE9529B1C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Design </a:t>
          </a:r>
        </a:p>
      </dgm:t>
    </dgm:pt>
    <dgm:pt modelId="{0879E8F5-05B9-F442-942A-EA837BEA9303}" type="parTrans" cxnId="{641503B3-AAE3-E749-ABDE-1EF34A1589A0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BDBF4799-1121-7644-AFF1-C1B428CA951A}" type="sibTrans" cxnId="{641503B3-AAE3-E749-ABDE-1EF34A1589A0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E7D57C83-CA14-B943-9823-9FE29983709C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Coding</a:t>
          </a:r>
        </a:p>
      </dgm:t>
    </dgm:pt>
    <dgm:pt modelId="{18489DCA-5462-064A-B2E5-292CD82A5776}" type="parTrans" cxnId="{C3561A8A-0C45-0249-8072-23307433F8C7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1352B00-3B3C-014A-A254-DD924B19372A}" type="sibTrans" cxnId="{C3561A8A-0C45-0249-8072-23307433F8C7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02996B0F-8CE6-704C-9701-28A8BA48D6DA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Test</a:t>
          </a:r>
        </a:p>
      </dgm:t>
    </dgm:pt>
    <dgm:pt modelId="{762A6E49-54EC-C745-8E82-9646B0BF45D2}" type="parTrans" cxnId="{3698903F-5245-7B43-B45C-8758D5EEC34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CA10033B-9007-E24D-AB1A-AEC6F44CFCD7}" type="sibTrans" cxnId="{3698903F-5245-7B43-B45C-8758D5EEC34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A1CECB13-5AC7-6541-B3F8-1B037FA230D9}">
      <dgm:prSet/>
      <dgm:spPr/>
      <dgm:t>
        <a:bodyPr/>
        <a:lstStyle/>
        <a:p>
          <a:pPr rtl="0"/>
          <a:r>
            <a:rPr lang="en-GB" b="1" dirty="0">
              <a:solidFill>
                <a:schemeClr val="tx1"/>
              </a:solidFill>
            </a:rPr>
            <a:t>Maintenance</a:t>
          </a:r>
          <a:r>
            <a:rPr lang="it-IT" b="1" dirty="0">
              <a:solidFill>
                <a:schemeClr val="tx1"/>
              </a:solidFill>
            </a:rPr>
            <a:t> </a:t>
          </a:r>
        </a:p>
      </dgm:t>
    </dgm:pt>
    <dgm:pt modelId="{6BD32B6C-6C1E-FE47-BA1E-DE1009A712D5}" type="parTrans" cxnId="{B2F449C0-A61C-DF4E-BF74-96F148DB3ED5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8796C94-FA27-8149-89B4-26C4836AE333}" type="sibTrans" cxnId="{B2F449C0-A61C-DF4E-BF74-96F148DB3ED5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612FA953-D91E-DD4D-86C7-65F3F7233C78}" type="pres">
      <dgm:prSet presAssocID="{FFE4957E-66FD-6A4B-BB9A-C96868771C84}" presName="Name0" presStyleCnt="0">
        <dgm:presLayoutVars>
          <dgm:dir/>
          <dgm:resizeHandles val="exact"/>
        </dgm:presLayoutVars>
      </dgm:prSet>
      <dgm:spPr/>
    </dgm:pt>
    <dgm:pt modelId="{6D3BE60A-EC24-AE4B-B7E1-7F12B6CA34C7}" type="pres">
      <dgm:prSet presAssocID="{FFE4957E-66FD-6A4B-BB9A-C96868771C84}" presName="cycle" presStyleCnt="0"/>
      <dgm:spPr/>
    </dgm:pt>
    <dgm:pt modelId="{ABF58C78-5855-514A-B27E-0FF087AB0916}" type="pres">
      <dgm:prSet presAssocID="{5136CAB3-75B0-DF4F-B32B-64E739F3C67F}" presName="nodeFirstNode" presStyleLbl="node1" presStyleIdx="0" presStyleCnt="6">
        <dgm:presLayoutVars>
          <dgm:bulletEnabled val="1"/>
        </dgm:presLayoutVars>
      </dgm:prSet>
      <dgm:spPr/>
    </dgm:pt>
    <dgm:pt modelId="{3499EDD2-D126-864C-93A1-45D00ACC2C24}" type="pres">
      <dgm:prSet presAssocID="{1A4D5CFC-CC88-8545-BCD8-01FCC8206481}" presName="sibTransFirstNode" presStyleLbl="bgShp" presStyleIdx="0" presStyleCnt="1"/>
      <dgm:spPr/>
    </dgm:pt>
    <dgm:pt modelId="{FF7B4A72-821E-DC43-86F9-2040A3E8EA17}" type="pres">
      <dgm:prSet presAssocID="{271B1CF7-172F-7C4F-9D71-FFC5F5C640F0}" presName="nodeFollowingNodes" presStyleLbl="node1" presStyleIdx="1" presStyleCnt="6">
        <dgm:presLayoutVars>
          <dgm:bulletEnabled val="1"/>
        </dgm:presLayoutVars>
      </dgm:prSet>
      <dgm:spPr/>
    </dgm:pt>
    <dgm:pt modelId="{17EFDBE2-F0E9-544D-8B21-31F3D74F8AFF}" type="pres">
      <dgm:prSet presAssocID="{D997C4FF-B095-F14D-88FB-07AEE9529B1C}" presName="nodeFollowingNodes" presStyleLbl="node1" presStyleIdx="2" presStyleCnt="6">
        <dgm:presLayoutVars>
          <dgm:bulletEnabled val="1"/>
        </dgm:presLayoutVars>
      </dgm:prSet>
      <dgm:spPr/>
    </dgm:pt>
    <dgm:pt modelId="{8369DCA2-4502-AE48-830E-8CD9DD944636}" type="pres">
      <dgm:prSet presAssocID="{E7D57C83-CA14-B943-9823-9FE29983709C}" presName="nodeFollowingNodes" presStyleLbl="node1" presStyleIdx="3" presStyleCnt="6">
        <dgm:presLayoutVars>
          <dgm:bulletEnabled val="1"/>
        </dgm:presLayoutVars>
      </dgm:prSet>
      <dgm:spPr/>
    </dgm:pt>
    <dgm:pt modelId="{409B760A-884D-0646-8430-B31DACB0D267}" type="pres">
      <dgm:prSet presAssocID="{02996B0F-8CE6-704C-9701-28A8BA48D6DA}" presName="nodeFollowingNodes" presStyleLbl="node1" presStyleIdx="4" presStyleCnt="6">
        <dgm:presLayoutVars>
          <dgm:bulletEnabled val="1"/>
        </dgm:presLayoutVars>
      </dgm:prSet>
      <dgm:spPr/>
    </dgm:pt>
    <dgm:pt modelId="{1A57BDEB-B505-7E4D-9231-E41ED91F1FF5}" type="pres">
      <dgm:prSet presAssocID="{A1CECB13-5AC7-6541-B3F8-1B037FA230D9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DFC62202-0EB9-8B4A-8FEA-E52B27FE7652}" type="presOf" srcId="{D997C4FF-B095-F14D-88FB-07AEE9529B1C}" destId="{17EFDBE2-F0E9-544D-8B21-31F3D74F8AFF}" srcOrd="0" destOrd="0" presId="urn:microsoft.com/office/officeart/2005/8/layout/cycle3"/>
    <dgm:cxn modelId="{62F85831-0708-3447-86EF-FF20F00033EF}" type="presOf" srcId="{271B1CF7-172F-7C4F-9D71-FFC5F5C640F0}" destId="{FF7B4A72-821E-DC43-86F9-2040A3E8EA17}" srcOrd="0" destOrd="0" presId="urn:microsoft.com/office/officeart/2005/8/layout/cycle3"/>
    <dgm:cxn modelId="{3698903F-5245-7B43-B45C-8758D5EEC34F}" srcId="{FFE4957E-66FD-6A4B-BB9A-C96868771C84}" destId="{02996B0F-8CE6-704C-9701-28A8BA48D6DA}" srcOrd="4" destOrd="0" parTransId="{762A6E49-54EC-C745-8E82-9646B0BF45D2}" sibTransId="{CA10033B-9007-E24D-AB1A-AEC6F44CFCD7}"/>
    <dgm:cxn modelId="{EE1FBA41-CD6A-EA44-B728-7D3D2DC66B4B}" type="presOf" srcId="{1A4D5CFC-CC88-8545-BCD8-01FCC8206481}" destId="{3499EDD2-D126-864C-93A1-45D00ACC2C24}" srcOrd="0" destOrd="0" presId="urn:microsoft.com/office/officeart/2005/8/layout/cycle3"/>
    <dgm:cxn modelId="{2910094D-DA72-D248-A01F-D411CD9C1A0E}" type="presOf" srcId="{E7D57C83-CA14-B943-9823-9FE29983709C}" destId="{8369DCA2-4502-AE48-830E-8CD9DD944636}" srcOrd="0" destOrd="0" presId="urn:microsoft.com/office/officeart/2005/8/layout/cycle3"/>
    <dgm:cxn modelId="{F5E19B51-1626-1443-A68E-510945441D48}" type="presOf" srcId="{A1CECB13-5AC7-6541-B3F8-1B037FA230D9}" destId="{1A57BDEB-B505-7E4D-9231-E41ED91F1FF5}" srcOrd="0" destOrd="0" presId="urn:microsoft.com/office/officeart/2005/8/layout/cycle3"/>
    <dgm:cxn modelId="{F4FC155F-E699-A24C-BE5D-9437BB067C54}" type="presOf" srcId="{FFE4957E-66FD-6A4B-BB9A-C96868771C84}" destId="{612FA953-D91E-DD4D-86C7-65F3F7233C78}" srcOrd="0" destOrd="0" presId="urn:microsoft.com/office/officeart/2005/8/layout/cycle3"/>
    <dgm:cxn modelId="{81B56B73-E526-3B4E-9E71-93C81B301412}" type="presOf" srcId="{5136CAB3-75B0-DF4F-B32B-64E739F3C67F}" destId="{ABF58C78-5855-514A-B27E-0FF087AB0916}" srcOrd="0" destOrd="0" presId="urn:microsoft.com/office/officeart/2005/8/layout/cycle3"/>
    <dgm:cxn modelId="{C3561A8A-0C45-0249-8072-23307433F8C7}" srcId="{FFE4957E-66FD-6A4B-BB9A-C96868771C84}" destId="{E7D57C83-CA14-B943-9823-9FE29983709C}" srcOrd="3" destOrd="0" parTransId="{18489DCA-5462-064A-B2E5-292CD82A5776}" sibTransId="{11352B00-3B3C-014A-A254-DD924B19372A}"/>
    <dgm:cxn modelId="{641503B3-AAE3-E749-ABDE-1EF34A1589A0}" srcId="{FFE4957E-66FD-6A4B-BB9A-C96868771C84}" destId="{D997C4FF-B095-F14D-88FB-07AEE9529B1C}" srcOrd="2" destOrd="0" parTransId="{0879E8F5-05B9-F442-942A-EA837BEA9303}" sibTransId="{BDBF4799-1121-7644-AFF1-C1B428CA951A}"/>
    <dgm:cxn modelId="{B2F449C0-A61C-DF4E-BF74-96F148DB3ED5}" srcId="{FFE4957E-66FD-6A4B-BB9A-C96868771C84}" destId="{A1CECB13-5AC7-6541-B3F8-1B037FA230D9}" srcOrd="5" destOrd="0" parTransId="{6BD32B6C-6C1E-FE47-BA1E-DE1009A712D5}" sibTransId="{18796C94-FA27-8149-89B4-26C4836AE333}"/>
    <dgm:cxn modelId="{E041CBE7-E133-AD45-B627-85B17CADC187}" type="presOf" srcId="{02996B0F-8CE6-704C-9701-28A8BA48D6DA}" destId="{409B760A-884D-0646-8430-B31DACB0D267}" srcOrd="0" destOrd="0" presId="urn:microsoft.com/office/officeart/2005/8/layout/cycle3"/>
    <dgm:cxn modelId="{38FC9AE8-A83A-7041-BDBE-432813504DD1}" srcId="{FFE4957E-66FD-6A4B-BB9A-C96868771C84}" destId="{271B1CF7-172F-7C4F-9D71-FFC5F5C640F0}" srcOrd="1" destOrd="0" parTransId="{361CDE7E-4227-AB42-AAA1-2A3F50EE673C}" sibTransId="{B9FFD6AB-10AC-5F49-99AC-9F7B8A6E87A8}"/>
    <dgm:cxn modelId="{F5971EEA-890E-D04C-8FF9-D4BECC9A35FF}" srcId="{FFE4957E-66FD-6A4B-BB9A-C96868771C84}" destId="{5136CAB3-75B0-DF4F-B32B-64E739F3C67F}" srcOrd="0" destOrd="0" parTransId="{0A302D07-0D1D-7E47-A34A-6DC488E13E6B}" sibTransId="{1A4D5CFC-CC88-8545-BCD8-01FCC8206481}"/>
    <dgm:cxn modelId="{12143DE2-46C3-7A40-8CA4-00AB6A12A428}" type="presParOf" srcId="{612FA953-D91E-DD4D-86C7-65F3F7233C78}" destId="{6D3BE60A-EC24-AE4B-B7E1-7F12B6CA34C7}" srcOrd="0" destOrd="0" presId="urn:microsoft.com/office/officeart/2005/8/layout/cycle3"/>
    <dgm:cxn modelId="{85CE0365-AE91-DF49-B32A-F975ED3A4772}" type="presParOf" srcId="{6D3BE60A-EC24-AE4B-B7E1-7F12B6CA34C7}" destId="{ABF58C78-5855-514A-B27E-0FF087AB0916}" srcOrd="0" destOrd="0" presId="urn:microsoft.com/office/officeart/2005/8/layout/cycle3"/>
    <dgm:cxn modelId="{D698E5A3-E792-CD4C-B9DE-597B0C0CB184}" type="presParOf" srcId="{6D3BE60A-EC24-AE4B-B7E1-7F12B6CA34C7}" destId="{3499EDD2-D126-864C-93A1-45D00ACC2C24}" srcOrd="1" destOrd="0" presId="urn:microsoft.com/office/officeart/2005/8/layout/cycle3"/>
    <dgm:cxn modelId="{C886B79D-2417-0244-80C8-DACFEFF98745}" type="presParOf" srcId="{6D3BE60A-EC24-AE4B-B7E1-7F12B6CA34C7}" destId="{FF7B4A72-821E-DC43-86F9-2040A3E8EA17}" srcOrd="2" destOrd="0" presId="urn:microsoft.com/office/officeart/2005/8/layout/cycle3"/>
    <dgm:cxn modelId="{F78F7B55-8571-AB47-8284-6516883AA97D}" type="presParOf" srcId="{6D3BE60A-EC24-AE4B-B7E1-7F12B6CA34C7}" destId="{17EFDBE2-F0E9-544D-8B21-31F3D74F8AFF}" srcOrd="3" destOrd="0" presId="urn:microsoft.com/office/officeart/2005/8/layout/cycle3"/>
    <dgm:cxn modelId="{00BE0986-FEC3-6E45-9121-1D4609DA06E6}" type="presParOf" srcId="{6D3BE60A-EC24-AE4B-B7E1-7F12B6CA34C7}" destId="{8369DCA2-4502-AE48-830E-8CD9DD944636}" srcOrd="4" destOrd="0" presId="urn:microsoft.com/office/officeart/2005/8/layout/cycle3"/>
    <dgm:cxn modelId="{6E9E17A8-1901-C94A-943C-462E7E8FB90C}" type="presParOf" srcId="{6D3BE60A-EC24-AE4B-B7E1-7F12B6CA34C7}" destId="{409B760A-884D-0646-8430-B31DACB0D267}" srcOrd="5" destOrd="0" presId="urn:microsoft.com/office/officeart/2005/8/layout/cycle3"/>
    <dgm:cxn modelId="{942C4B04-5424-774C-84D5-BA2E7B6A59DF}" type="presParOf" srcId="{6D3BE60A-EC24-AE4B-B7E1-7F12B6CA34C7}" destId="{1A57BDEB-B505-7E4D-9231-E41ED91F1FF5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E4957E-66FD-6A4B-BB9A-C96868771C84}" type="doc">
      <dgm:prSet loTypeId="urn:microsoft.com/office/officeart/2005/8/layout/cycle3" loCatId="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it-IT"/>
        </a:p>
      </dgm:t>
    </dgm:pt>
    <dgm:pt modelId="{5136CAB3-75B0-DF4F-B32B-64E739F3C67F}">
      <dgm:prSet/>
      <dgm:spPr/>
      <dgm:t>
        <a:bodyPr/>
        <a:lstStyle/>
        <a:p>
          <a:pPr rtl="0"/>
          <a:r>
            <a:rPr lang="en-US" b="1" noProof="0" dirty="0">
              <a:solidFill>
                <a:schemeClr val="tx1"/>
              </a:solidFill>
            </a:rPr>
            <a:t>Feasibility study</a:t>
          </a:r>
        </a:p>
      </dgm:t>
    </dgm:pt>
    <dgm:pt modelId="{0A302D07-0D1D-7E47-A34A-6DC488E13E6B}" type="parTrans" cxnId="{F5971EEA-890E-D04C-8FF9-D4BECC9A35F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A4D5CFC-CC88-8545-BCD8-01FCC8206481}" type="sibTrans" cxnId="{F5971EEA-890E-D04C-8FF9-D4BECC9A35F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271B1CF7-172F-7C4F-9D71-FFC5F5C640F0}">
      <dgm:prSet/>
      <dgm:spPr/>
      <dgm:t>
        <a:bodyPr/>
        <a:lstStyle/>
        <a:p>
          <a:pPr rtl="0"/>
          <a:r>
            <a:rPr lang="en-GB" b="1" dirty="0">
              <a:solidFill>
                <a:schemeClr val="tx1"/>
              </a:solidFill>
            </a:rPr>
            <a:t>Requirements analysis</a:t>
          </a:r>
        </a:p>
      </dgm:t>
    </dgm:pt>
    <dgm:pt modelId="{361CDE7E-4227-AB42-AAA1-2A3F50EE673C}" type="parTrans" cxnId="{38FC9AE8-A83A-7041-BDBE-432813504DD1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B9FFD6AB-10AC-5F49-99AC-9F7B8A6E87A8}" type="sibTrans" cxnId="{38FC9AE8-A83A-7041-BDBE-432813504DD1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D997C4FF-B095-F14D-88FB-07AEE9529B1C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Design </a:t>
          </a:r>
        </a:p>
      </dgm:t>
    </dgm:pt>
    <dgm:pt modelId="{0879E8F5-05B9-F442-942A-EA837BEA9303}" type="parTrans" cxnId="{641503B3-AAE3-E749-ABDE-1EF34A1589A0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BDBF4799-1121-7644-AFF1-C1B428CA951A}" type="sibTrans" cxnId="{641503B3-AAE3-E749-ABDE-1EF34A1589A0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E7D57C83-CA14-B943-9823-9FE29983709C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Coding</a:t>
          </a:r>
        </a:p>
      </dgm:t>
    </dgm:pt>
    <dgm:pt modelId="{18489DCA-5462-064A-B2E5-292CD82A5776}" type="parTrans" cxnId="{C3561A8A-0C45-0249-8072-23307433F8C7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1352B00-3B3C-014A-A254-DD924B19372A}" type="sibTrans" cxnId="{C3561A8A-0C45-0249-8072-23307433F8C7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02996B0F-8CE6-704C-9701-28A8BA48D6DA}">
      <dgm:prSet/>
      <dgm:spPr/>
      <dgm:t>
        <a:bodyPr/>
        <a:lstStyle/>
        <a:p>
          <a:pPr rtl="0"/>
          <a:r>
            <a:rPr lang="it-IT" b="1" dirty="0">
              <a:solidFill>
                <a:schemeClr val="tx1"/>
              </a:solidFill>
            </a:rPr>
            <a:t>Test</a:t>
          </a:r>
        </a:p>
      </dgm:t>
    </dgm:pt>
    <dgm:pt modelId="{762A6E49-54EC-C745-8E82-9646B0BF45D2}" type="parTrans" cxnId="{3698903F-5245-7B43-B45C-8758D5EEC34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CA10033B-9007-E24D-AB1A-AEC6F44CFCD7}" type="sibTrans" cxnId="{3698903F-5245-7B43-B45C-8758D5EEC34F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A1CECB13-5AC7-6541-B3F8-1B037FA230D9}">
      <dgm:prSet/>
      <dgm:spPr/>
      <dgm:t>
        <a:bodyPr/>
        <a:lstStyle/>
        <a:p>
          <a:pPr rtl="0"/>
          <a:r>
            <a:rPr lang="en-GB" b="1" dirty="0">
              <a:solidFill>
                <a:schemeClr val="tx1"/>
              </a:solidFill>
            </a:rPr>
            <a:t>Maintenance</a:t>
          </a:r>
          <a:r>
            <a:rPr lang="it-IT" b="1" dirty="0">
              <a:solidFill>
                <a:schemeClr val="tx1"/>
              </a:solidFill>
            </a:rPr>
            <a:t> </a:t>
          </a:r>
        </a:p>
      </dgm:t>
    </dgm:pt>
    <dgm:pt modelId="{6BD32B6C-6C1E-FE47-BA1E-DE1009A712D5}" type="parTrans" cxnId="{B2F449C0-A61C-DF4E-BF74-96F148DB3ED5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18796C94-FA27-8149-89B4-26C4836AE333}" type="sibTrans" cxnId="{B2F449C0-A61C-DF4E-BF74-96F148DB3ED5}">
      <dgm:prSet/>
      <dgm:spPr/>
      <dgm:t>
        <a:bodyPr/>
        <a:lstStyle/>
        <a:p>
          <a:endParaRPr lang="it-IT" b="1">
            <a:solidFill>
              <a:schemeClr val="tx1"/>
            </a:solidFill>
          </a:endParaRPr>
        </a:p>
      </dgm:t>
    </dgm:pt>
    <dgm:pt modelId="{612FA953-D91E-DD4D-86C7-65F3F7233C78}" type="pres">
      <dgm:prSet presAssocID="{FFE4957E-66FD-6A4B-BB9A-C96868771C84}" presName="Name0" presStyleCnt="0">
        <dgm:presLayoutVars>
          <dgm:dir/>
          <dgm:resizeHandles val="exact"/>
        </dgm:presLayoutVars>
      </dgm:prSet>
      <dgm:spPr/>
    </dgm:pt>
    <dgm:pt modelId="{6D3BE60A-EC24-AE4B-B7E1-7F12B6CA34C7}" type="pres">
      <dgm:prSet presAssocID="{FFE4957E-66FD-6A4B-BB9A-C96868771C84}" presName="cycle" presStyleCnt="0"/>
      <dgm:spPr/>
    </dgm:pt>
    <dgm:pt modelId="{ABF58C78-5855-514A-B27E-0FF087AB0916}" type="pres">
      <dgm:prSet presAssocID="{5136CAB3-75B0-DF4F-B32B-64E739F3C67F}" presName="nodeFirstNode" presStyleLbl="node1" presStyleIdx="0" presStyleCnt="6">
        <dgm:presLayoutVars>
          <dgm:bulletEnabled val="1"/>
        </dgm:presLayoutVars>
      </dgm:prSet>
      <dgm:spPr/>
    </dgm:pt>
    <dgm:pt modelId="{3499EDD2-D126-864C-93A1-45D00ACC2C24}" type="pres">
      <dgm:prSet presAssocID="{1A4D5CFC-CC88-8545-BCD8-01FCC8206481}" presName="sibTransFirstNode" presStyleLbl="bgShp" presStyleIdx="0" presStyleCnt="1"/>
      <dgm:spPr/>
    </dgm:pt>
    <dgm:pt modelId="{FF7B4A72-821E-DC43-86F9-2040A3E8EA17}" type="pres">
      <dgm:prSet presAssocID="{271B1CF7-172F-7C4F-9D71-FFC5F5C640F0}" presName="nodeFollowingNodes" presStyleLbl="node1" presStyleIdx="1" presStyleCnt="6">
        <dgm:presLayoutVars>
          <dgm:bulletEnabled val="1"/>
        </dgm:presLayoutVars>
      </dgm:prSet>
      <dgm:spPr/>
    </dgm:pt>
    <dgm:pt modelId="{17EFDBE2-F0E9-544D-8B21-31F3D74F8AFF}" type="pres">
      <dgm:prSet presAssocID="{D997C4FF-B095-F14D-88FB-07AEE9529B1C}" presName="nodeFollowingNodes" presStyleLbl="node1" presStyleIdx="2" presStyleCnt="6">
        <dgm:presLayoutVars>
          <dgm:bulletEnabled val="1"/>
        </dgm:presLayoutVars>
      </dgm:prSet>
      <dgm:spPr/>
    </dgm:pt>
    <dgm:pt modelId="{8369DCA2-4502-AE48-830E-8CD9DD944636}" type="pres">
      <dgm:prSet presAssocID="{E7D57C83-CA14-B943-9823-9FE29983709C}" presName="nodeFollowingNodes" presStyleLbl="node1" presStyleIdx="3" presStyleCnt="6">
        <dgm:presLayoutVars>
          <dgm:bulletEnabled val="1"/>
        </dgm:presLayoutVars>
      </dgm:prSet>
      <dgm:spPr/>
    </dgm:pt>
    <dgm:pt modelId="{409B760A-884D-0646-8430-B31DACB0D267}" type="pres">
      <dgm:prSet presAssocID="{02996B0F-8CE6-704C-9701-28A8BA48D6DA}" presName="nodeFollowingNodes" presStyleLbl="node1" presStyleIdx="4" presStyleCnt="6">
        <dgm:presLayoutVars>
          <dgm:bulletEnabled val="1"/>
        </dgm:presLayoutVars>
      </dgm:prSet>
      <dgm:spPr/>
    </dgm:pt>
    <dgm:pt modelId="{1A57BDEB-B505-7E4D-9231-E41ED91F1FF5}" type="pres">
      <dgm:prSet presAssocID="{A1CECB13-5AC7-6541-B3F8-1B037FA230D9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DFC62202-0EB9-8B4A-8FEA-E52B27FE7652}" type="presOf" srcId="{D997C4FF-B095-F14D-88FB-07AEE9529B1C}" destId="{17EFDBE2-F0E9-544D-8B21-31F3D74F8AFF}" srcOrd="0" destOrd="0" presId="urn:microsoft.com/office/officeart/2005/8/layout/cycle3"/>
    <dgm:cxn modelId="{62F85831-0708-3447-86EF-FF20F00033EF}" type="presOf" srcId="{271B1CF7-172F-7C4F-9D71-FFC5F5C640F0}" destId="{FF7B4A72-821E-DC43-86F9-2040A3E8EA17}" srcOrd="0" destOrd="0" presId="urn:microsoft.com/office/officeart/2005/8/layout/cycle3"/>
    <dgm:cxn modelId="{3698903F-5245-7B43-B45C-8758D5EEC34F}" srcId="{FFE4957E-66FD-6A4B-BB9A-C96868771C84}" destId="{02996B0F-8CE6-704C-9701-28A8BA48D6DA}" srcOrd="4" destOrd="0" parTransId="{762A6E49-54EC-C745-8E82-9646B0BF45D2}" sibTransId="{CA10033B-9007-E24D-AB1A-AEC6F44CFCD7}"/>
    <dgm:cxn modelId="{EE1FBA41-CD6A-EA44-B728-7D3D2DC66B4B}" type="presOf" srcId="{1A4D5CFC-CC88-8545-BCD8-01FCC8206481}" destId="{3499EDD2-D126-864C-93A1-45D00ACC2C24}" srcOrd="0" destOrd="0" presId="urn:microsoft.com/office/officeart/2005/8/layout/cycle3"/>
    <dgm:cxn modelId="{2910094D-DA72-D248-A01F-D411CD9C1A0E}" type="presOf" srcId="{E7D57C83-CA14-B943-9823-9FE29983709C}" destId="{8369DCA2-4502-AE48-830E-8CD9DD944636}" srcOrd="0" destOrd="0" presId="urn:microsoft.com/office/officeart/2005/8/layout/cycle3"/>
    <dgm:cxn modelId="{F5E19B51-1626-1443-A68E-510945441D48}" type="presOf" srcId="{A1CECB13-5AC7-6541-B3F8-1B037FA230D9}" destId="{1A57BDEB-B505-7E4D-9231-E41ED91F1FF5}" srcOrd="0" destOrd="0" presId="urn:microsoft.com/office/officeart/2005/8/layout/cycle3"/>
    <dgm:cxn modelId="{F4FC155F-E699-A24C-BE5D-9437BB067C54}" type="presOf" srcId="{FFE4957E-66FD-6A4B-BB9A-C96868771C84}" destId="{612FA953-D91E-DD4D-86C7-65F3F7233C78}" srcOrd="0" destOrd="0" presId="urn:microsoft.com/office/officeart/2005/8/layout/cycle3"/>
    <dgm:cxn modelId="{81B56B73-E526-3B4E-9E71-93C81B301412}" type="presOf" srcId="{5136CAB3-75B0-DF4F-B32B-64E739F3C67F}" destId="{ABF58C78-5855-514A-B27E-0FF087AB0916}" srcOrd="0" destOrd="0" presId="urn:microsoft.com/office/officeart/2005/8/layout/cycle3"/>
    <dgm:cxn modelId="{C3561A8A-0C45-0249-8072-23307433F8C7}" srcId="{FFE4957E-66FD-6A4B-BB9A-C96868771C84}" destId="{E7D57C83-CA14-B943-9823-9FE29983709C}" srcOrd="3" destOrd="0" parTransId="{18489DCA-5462-064A-B2E5-292CD82A5776}" sibTransId="{11352B00-3B3C-014A-A254-DD924B19372A}"/>
    <dgm:cxn modelId="{641503B3-AAE3-E749-ABDE-1EF34A1589A0}" srcId="{FFE4957E-66FD-6A4B-BB9A-C96868771C84}" destId="{D997C4FF-B095-F14D-88FB-07AEE9529B1C}" srcOrd="2" destOrd="0" parTransId="{0879E8F5-05B9-F442-942A-EA837BEA9303}" sibTransId="{BDBF4799-1121-7644-AFF1-C1B428CA951A}"/>
    <dgm:cxn modelId="{B2F449C0-A61C-DF4E-BF74-96F148DB3ED5}" srcId="{FFE4957E-66FD-6A4B-BB9A-C96868771C84}" destId="{A1CECB13-5AC7-6541-B3F8-1B037FA230D9}" srcOrd="5" destOrd="0" parTransId="{6BD32B6C-6C1E-FE47-BA1E-DE1009A712D5}" sibTransId="{18796C94-FA27-8149-89B4-26C4836AE333}"/>
    <dgm:cxn modelId="{E041CBE7-E133-AD45-B627-85B17CADC187}" type="presOf" srcId="{02996B0F-8CE6-704C-9701-28A8BA48D6DA}" destId="{409B760A-884D-0646-8430-B31DACB0D267}" srcOrd="0" destOrd="0" presId="urn:microsoft.com/office/officeart/2005/8/layout/cycle3"/>
    <dgm:cxn modelId="{38FC9AE8-A83A-7041-BDBE-432813504DD1}" srcId="{FFE4957E-66FD-6A4B-BB9A-C96868771C84}" destId="{271B1CF7-172F-7C4F-9D71-FFC5F5C640F0}" srcOrd="1" destOrd="0" parTransId="{361CDE7E-4227-AB42-AAA1-2A3F50EE673C}" sibTransId="{B9FFD6AB-10AC-5F49-99AC-9F7B8A6E87A8}"/>
    <dgm:cxn modelId="{F5971EEA-890E-D04C-8FF9-D4BECC9A35FF}" srcId="{FFE4957E-66FD-6A4B-BB9A-C96868771C84}" destId="{5136CAB3-75B0-DF4F-B32B-64E739F3C67F}" srcOrd="0" destOrd="0" parTransId="{0A302D07-0D1D-7E47-A34A-6DC488E13E6B}" sibTransId="{1A4D5CFC-CC88-8545-BCD8-01FCC8206481}"/>
    <dgm:cxn modelId="{12143DE2-46C3-7A40-8CA4-00AB6A12A428}" type="presParOf" srcId="{612FA953-D91E-DD4D-86C7-65F3F7233C78}" destId="{6D3BE60A-EC24-AE4B-B7E1-7F12B6CA34C7}" srcOrd="0" destOrd="0" presId="urn:microsoft.com/office/officeart/2005/8/layout/cycle3"/>
    <dgm:cxn modelId="{85CE0365-AE91-DF49-B32A-F975ED3A4772}" type="presParOf" srcId="{6D3BE60A-EC24-AE4B-B7E1-7F12B6CA34C7}" destId="{ABF58C78-5855-514A-B27E-0FF087AB0916}" srcOrd="0" destOrd="0" presId="urn:microsoft.com/office/officeart/2005/8/layout/cycle3"/>
    <dgm:cxn modelId="{D698E5A3-E792-CD4C-B9DE-597B0C0CB184}" type="presParOf" srcId="{6D3BE60A-EC24-AE4B-B7E1-7F12B6CA34C7}" destId="{3499EDD2-D126-864C-93A1-45D00ACC2C24}" srcOrd="1" destOrd="0" presId="urn:microsoft.com/office/officeart/2005/8/layout/cycle3"/>
    <dgm:cxn modelId="{C886B79D-2417-0244-80C8-DACFEFF98745}" type="presParOf" srcId="{6D3BE60A-EC24-AE4B-B7E1-7F12B6CA34C7}" destId="{FF7B4A72-821E-DC43-86F9-2040A3E8EA17}" srcOrd="2" destOrd="0" presId="urn:microsoft.com/office/officeart/2005/8/layout/cycle3"/>
    <dgm:cxn modelId="{F78F7B55-8571-AB47-8284-6516883AA97D}" type="presParOf" srcId="{6D3BE60A-EC24-AE4B-B7E1-7F12B6CA34C7}" destId="{17EFDBE2-F0E9-544D-8B21-31F3D74F8AFF}" srcOrd="3" destOrd="0" presId="urn:microsoft.com/office/officeart/2005/8/layout/cycle3"/>
    <dgm:cxn modelId="{00BE0986-FEC3-6E45-9121-1D4609DA06E6}" type="presParOf" srcId="{6D3BE60A-EC24-AE4B-B7E1-7F12B6CA34C7}" destId="{8369DCA2-4502-AE48-830E-8CD9DD944636}" srcOrd="4" destOrd="0" presId="urn:microsoft.com/office/officeart/2005/8/layout/cycle3"/>
    <dgm:cxn modelId="{6E9E17A8-1901-C94A-943C-462E7E8FB90C}" type="presParOf" srcId="{6D3BE60A-EC24-AE4B-B7E1-7F12B6CA34C7}" destId="{409B760A-884D-0646-8430-B31DACB0D267}" srcOrd="5" destOrd="0" presId="urn:microsoft.com/office/officeart/2005/8/layout/cycle3"/>
    <dgm:cxn modelId="{942C4B04-5424-774C-84D5-BA2E7B6A59DF}" type="presParOf" srcId="{6D3BE60A-EC24-AE4B-B7E1-7F12B6CA34C7}" destId="{1A57BDEB-B505-7E4D-9231-E41ED91F1FF5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9EDD2-D126-864C-93A1-45D00ACC2C24}">
      <dsp:nvSpPr>
        <dsp:cNvPr id="0" name=""/>
        <dsp:cNvSpPr/>
      </dsp:nvSpPr>
      <dsp:spPr>
        <a:xfrm>
          <a:off x="1190370" y="-3292"/>
          <a:ext cx="3019394" cy="3019394"/>
        </a:xfrm>
        <a:prstGeom prst="circularArrow">
          <a:avLst>
            <a:gd name="adj1" fmla="val 5274"/>
            <a:gd name="adj2" fmla="val 312630"/>
            <a:gd name="adj3" fmla="val 14282132"/>
            <a:gd name="adj4" fmla="val 17095488"/>
            <a:gd name="adj5" fmla="val 5477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BF58C78-5855-514A-B27E-0FF087AB0916}">
      <dsp:nvSpPr>
        <dsp:cNvPr id="0" name=""/>
        <dsp:cNvSpPr/>
      </dsp:nvSpPr>
      <dsp:spPr>
        <a:xfrm>
          <a:off x="2143706" y="105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>
              <a:solidFill>
                <a:schemeClr val="tx1"/>
              </a:solidFill>
            </a:rPr>
            <a:t>Feasibility study</a:t>
          </a:r>
        </a:p>
      </dsp:txBody>
      <dsp:txXfrm>
        <a:off x="2170865" y="28215"/>
        <a:ext cx="1058405" cy="502043"/>
      </dsp:txXfrm>
    </dsp:sp>
    <dsp:sp modelId="{FF7B4A72-821E-DC43-86F9-2040A3E8EA17}">
      <dsp:nvSpPr>
        <dsp:cNvPr id="0" name=""/>
        <dsp:cNvSpPr/>
      </dsp:nvSpPr>
      <dsp:spPr>
        <a:xfrm>
          <a:off x="3204506" y="61350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shade val="51000"/>
                <a:satMod val="130000"/>
              </a:schemeClr>
            </a:gs>
            <a:gs pos="80000">
              <a:schemeClr val="accent3">
                <a:hueOff val="2250053"/>
                <a:satOff val="-3376"/>
                <a:lumOff val="-549"/>
                <a:alphaOff val="0"/>
                <a:shade val="93000"/>
                <a:satMod val="13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Requirements analysis</a:t>
          </a:r>
        </a:p>
      </dsp:txBody>
      <dsp:txXfrm>
        <a:off x="3231665" y="640668"/>
        <a:ext cx="1058405" cy="502043"/>
      </dsp:txXfrm>
    </dsp:sp>
    <dsp:sp modelId="{17EFDBE2-F0E9-544D-8B21-31F3D74F8AFF}">
      <dsp:nvSpPr>
        <dsp:cNvPr id="0" name=""/>
        <dsp:cNvSpPr/>
      </dsp:nvSpPr>
      <dsp:spPr>
        <a:xfrm>
          <a:off x="3204506" y="183841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shade val="51000"/>
                <a:satMod val="130000"/>
              </a:schemeClr>
            </a:gs>
            <a:gs pos="80000">
              <a:schemeClr val="accent3">
                <a:hueOff val="4500106"/>
                <a:satOff val="-6752"/>
                <a:lumOff val="-1098"/>
                <a:alphaOff val="0"/>
                <a:shade val="93000"/>
                <a:satMod val="13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Design </a:t>
          </a:r>
        </a:p>
      </dsp:txBody>
      <dsp:txXfrm>
        <a:off x="3231665" y="1865575"/>
        <a:ext cx="1058405" cy="502043"/>
      </dsp:txXfrm>
    </dsp:sp>
    <dsp:sp modelId="{8369DCA2-4502-AE48-830E-8CD9DD944636}">
      <dsp:nvSpPr>
        <dsp:cNvPr id="0" name=""/>
        <dsp:cNvSpPr/>
      </dsp:nvSpPr>
      <dsp:spPr>
        <a:xfrm>
          <a:off x="2143706" y="245086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shade val="51000"/>
                <a:satMod val="130000"/>
              </a:schemeClr>
            </a:gs>
            <a:gs pos="80000">
              <a:schemeClr val="accent3">
                <a:hueOff val="6750158"/>
                <a:satOff val="-10128"/>
                <a:lumOff val="-1647"/>
                <a:alphaOff val="0"/>
                <a:shade val="93000"/>
                <a:satMod val="13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Coding</a:t>
          </a:r>
        </a:p>
      </dsp:txBody>
      <dsp:txXfrm>
        <a:off x="2170865" y="2478028"/>
        <a:ext cx="1058405" cy="502043"/>
      </dsp:txXfrm>
    </dsp:sp>
    <dsp:sp modelId="{409B760A-884D-0646-8430-B31DACB0D267}">
      <dsp:nvSpPr>
        <dsp:cNvPr id="0" name=""/>
        <dsp:cNvSpPr/>
      </dsp:nvSpPr>
      <dsp:spPr>
        <a:xfrm>
          <a:off x="1082906" y="183841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shade val="51000"/>
                <a:satMod val="130000"/>
              </a:schemeClr>
            </a:gs>
            <a:gs pos="80000">
              <a:schemeClr val="accent3">
                <a:hueOff val="9000211"/>
                <a:satOff val="-13504"/>
                <a:lumOff val="-2196"/>
                <a:alphaOff val="0"/>
                <a:shade val="93000"/>
                <a:satMod val="13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Test</a:t>
          </a:r>
        </a:p>
      </dsp:txBody>
      <dsp:txXfrm>
        <a:off x="1110065" y="1865575"/>
        <a:ext cx="1058405" cy="502043"/>
      </dsp:txXfrm>
    </dsp:sp>
    <dsp:sp modelId="{1A57BDEB-B505-7E4D-9231-E41ED91F1FF5}">
      <dsp:nvSpPr>
        <dsp:cNvPr id="0" name=""/>
        <dsp:cNvSpPr/>
      </dsp:nvSpPr>
      <dsp:spPr>
        <a:xfrm>
          <a:off x="1082906" y="61350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Maintenance</a:t>
          </a:r>
          <a:r>
            <a:rPr lang="it-IT" sz="1300" b="1" kern="1200" dirty="0">
              <a:solidFill>
                <a:schemeClr val="tx1"/>
              </a:solidFill>
            </a:rPr>
            <a:t> </a:t>
          </a:r>
        </a:p>
      </dsp:txBody>
      <dsp:txXfrm>
        <a:off x="1110065" y="640668"/>
        <a:ext cx="1058405" cy="50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9EDD2-D126-864C-93A1-45D00ACC2C24}">
      <dsp:nvSpPr>
        <dsp:cNvPr id="0" name=""/>
        <dsp:cNvSpPr/>
      </dsp:nvSpPr>
      <dsp:spPr>
        <a:xfrm>
          <a:off x="1190370" y="-3292"/>
          <a:ext cx="3019394" cy="3019394"/>
        </a:xfrm>
        <a:prstGeom prst="circularArrow">
          <a:avLst>
            <a:gd name="adj1" fmla="val 5274"/>
            <a:gd name="adj2" fmla="val 312630"/>
            <a:gd name="adj3" fmla="val 14282132"/>
            <a:gd name="adj4" fmla="val 17095488"/>
            <a:gd name="adj5" fmla="val 5477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BF58C78-5855-514A-B27E-0FF087AB0916}">
      <dsp:nvSpPr>
        <dsp:cNvPr id="0" name=""/>
        <dsp:cNvSpPr/>
      </dsp:nvSpPr>
      <dsp:spPr>
        <a:xfrm>
          <a:off x="2143706" y="105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>
              <a:solidFill>
                <a:schemeClr val="tx1"/>
              </a:solidFill>
            </a:rPr>
            <a:t>Feasibility study</a:t>
          </a:r>
        </a:p>
      </dsp:txBody>
      <dsp:txXfrm>
        <a:off x="2170865" y="28215"/>
        <a:ext cx="1058405" cy="502043"/>
      </dsp:txXfrm>
    </dsp:sp>
    <dsp:sp modelId="{FF7B4A72-821E-DC43-86F9-2040A3E8EA17}">
      <dsp:nvSpPr>
        <dsp:cNvPr id="0" name=""/>
        <dsp:cNvSpPr/>
      </dsp:nvSpPr>
      <dsp:spPr>
        <a:xfrm>
          <a:off x="3204506" y="61350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shade val="51000"/>
                <a:satMod val="130000"/>
              </a:schemeClr>
            </a:gs>
            <a:gs pos="80000">
              <a:schemeClr val="accent3">
                <a:hueOff val="2250053"/>
                <a:satOff val="-3376"/>
                <a:lumOff val="-549"/>
                <a:alphaOff val="0"/>
                <a:shade val="93000"/>
                <a:satMod val="13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Requirements analysis</a:t>
          </a:r>
        </a:p>
      </dsp:txBody>
      <dsp:txXfrm>
        <a:off x="3231665" y="640668"/>
        <a:ext cx="1058405" cy="502043"/>
      </dsp:txXfrm>
    </dsp:sp>
    <dsp:sp modelId="{17EFDBE2-F0E9-544D-8B21-31F3D74F8AFF}">
      <dsp:nvSpPr>
        <dsp:cNvPr id="0" name=""/>
        <dsp:cNvSpPr/>
      </dsp:nvSpPr>
      <dsp:spPr>
        <a:xfrm>
          <a:off x="3204506" y="183841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shade val="51000"/>
                <a:satMod val="130000"/>
              </a:schemeClr>
            </a:gs>
            <a:gs pos="80000">
              <a:schemeClr val="accent3">
                <a:hueOff val="4500106"/>
                <a:satOff val="-6752"/>
                <a:lumOff val="-1098"/>
                <a:alphaOff val="0"/>
                <a:shade val="93000"/>
                <a:satMod val="13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Design </a:t>
          </a:r>
        </a:p>
      </dsp:txBody>
      <dsp:txXfrm>
        <a:off x="3231665" y="1865575"/>
        <a:ext cx="1058405" cy="502043"/>
      </dsp:txXfrm>
    </dsp:sp>
    <dsp:sp modelId="{8369DCA2-4502-AE48-830E-8CD9DD944636}">
      <dsp:nvSpPr>
        <dsp:cNvPr id="0" name=""/>
        <dsp:cNvSpPr/>
      </dsp:nvSpPr>
      <dsp:spPr>
        <a:xfrm>
          <a:off x="2143706" y="245086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shade val="51000"/>
                <a:satMod val="130000"/>
              </a:schemeClr>
            </a:gs>
            <a:gs pos="80000">
              <a:schemeClr val="accent3">
                <a:hueOff val="6750158"/>
                <a:satOff val="-10128"/>
                <a:lumOff val="-1647"/>
                <a:alphaOff val="0"/>
                <a:shade val="93000"/>
                <a:satMod val="13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Coding</a:t>
          </a:r>
        </a:p>
      </dsp:txBody>
      <dsp:txXfrm>
        <a:off x="2170865" y="2478028"/>
        <a:ext cx="1058405" cy="502043"/>
      </dsp:txXfrm>
    </dsp:sp>
    <dsp:sp modelId="{409B760A-884D-0646-8430-B31DACB0D267}">
      <dsp:nvSpPr>
        <dsp:cNvPr id="0" name=""/>
        <dsp:cNvSpPr/>
      </dsp:nvSpPr>
      <dsp:spPr>
        <a:xfrm>
          <a:off x="1082906" y="1838416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shade val="51000"/>
                <a:satMod val="130000"/>
              </a:schemeClr>
            </a:gs>
            <a:gs pos="80000">
              <a:schemeClr val="accent3">
                <a:hueOff val="9000211"/>
                <a:satOff val="-13504"/>
                <a:lumOff val="-2196"/>
                <a:alphaOff val="0"/>
                <a:shade val="93000"/>
                <a:satMod val="13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>
              <a:solidFill>
                <a:schemeClr val="tx1"/>
              </a:solidFill>
            </a:rPr>
            <a:t>Test</a:t>
          </a:r>
        </a:p>
      </dsp:txBody>
      <dsp:txXfrm>
        <a:off x="1110065" y="1865575"/>
        <a:ext cx="1058405" cy="502043"/>
      </dsp:txXfrm>
    </dsp:sp>
    <dsp:sp modelId="{1A57BDEB-B505-7E4D-9231-E41ED91F1FF5}">
      <dsp:nvSpPr>
        <dsp:cNvPr id="0" name=""/>
        <dsp:cNvSpPr/>
      </dsp:nvSpPr>
      <dsp:spPr>
        <a:xfrm>
          <a:off x="1082906" y="613509"/>
          <a:ext cx="1112723" cy="556361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Maintenance</a:t>
          </a:r>
          <a:r>
            <a:rPr lang="it-IT" sz="1300" b="1" kern="1200" dirty="0">
              <a:solidFill>
                <a:schemeClr val="tx1"/>
              </a:solidFill>
            </a:rPr>
            <a:t> </a:t>
          </a:r>
        </a:p>
      </dsp:txBody>
      <dsp:txXfrm>
        <a:off x="1110065" y="640668"/>
        <a:ext cx="1058405" cy="50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68ACC-B67A-4949-B02A-0E59D2041443}" type="datetimeFigureOut">
              <a:rPr lang="it-IT" smtClean="0"/>
              <a:t>09/10/25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CF60A-41C4-4B61-9D88-271D350524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160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72E13-0E04-4249-A107-A056085AA5A8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1675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sv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6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4EC591F8-4686-3257-EA4A-77D63C5795D5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6000926" cy="3375521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07B4DF1-F2B2-BBBC-D51A-B761102DCE47}"/>
                </a:ext>
              </a:extLst>
            </p:cNvPr>
            <p:cNvSpPr/>
            <p:nvPr/>
          </p:nvSpPr>
          <p:spPr>
            <a:xfrm>
              <a:off x="0" y="0"/>
              <a:ext cx="6000926" cy="3375521"/>
            </a:xfrm>
            <a:custGeom>
              <a:avLst/>
              <a:gdLst/>
              <a:ahLst/>
              <a:cxnLst/>
              <a:rect l="l" t="t" r="r" b="b"/>
              <a:pathLst>
                <a:path w="6000926" h="3375521">
                  <a:moveTo>
                    <a:pt x="0" y="0"/>
                  </a:moveTo>
                  <a:lnTo>
                    <a:pt x="6000926" y="0"/>
                  </a:lnTo>
                  <a:lnTo>
                    <a:pt x="6000926" y="3375521"/>
                  </a:lnTo>
                  <a:lnTo>
                    <a:pt x="0" y="3375521"/>
                  </a:lnTo>
                  <a:close/>
                </a:path>
              </a:pathLst>
            </a:custGeom>
            <a:gradFill rotWithShape="1">
              <a:gsLst>
                <a:gs pos="0">
                  <a:srgbClr val="1D0E46">
                    <a:alpha val="100000"/>
                  </a:srgbClr>
                </a:gs>
                <a:gs pos="100000">
                  <a:srgbClr val="1E57A8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it-IT" sz="450" dirty="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E860DC7A-8CB5-5911-6262-5C2991E23F5C}"/>
                </a:ext>
              </a:extLst>
            </p:cNvPr>
            <p:cNvSpPr txBox="1"/>
            <p:nvPr/>
          </p:nvSpPr>
          <p:spPr>
            <a:xfrm>
              <a:off x="0" y="-28575"/>
              <a:ext cx="6000926" cy="3404096"/>
            </a:xfrm>
            <a:prstGeom prst="rect">
              <a:avLst/>
            </a:prstGeom>
          </p:spPr>
          <p:txBody>
            <a:bodyPr lIns="40774" tIns="40774" rIns="40774" bIns="40774" rtlCol="0" anchor="ctr"/>
            <a:lstStyle/>
            <a:p>
              <a:pPr algn="ctr">
                <a:lnSpc>
                  <a:spcPts val="1068"/>
                </a:lnSpc>
                <a:spcBef>
                  <a:spcPct val="0"/>
                </a:spcBef>
              </a:pPr>
              <a:endParaRPr sz="450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7954498-0978-86F1-7ED6-AE08280F3A45}"/>
              </a:ext>
            </a:extLst>
          </p:cNvPr>
          <p:cNvSpPr/>
          <p:nvPr userDrawn="1"/>
        </p:nvSpPr>
        <p:spPr>
          <a:xfrm>
            <a:off x="445446" y="233215"/>
            <a:ext cx="2742986" cy="722891"/>
          </a:xfrm>
          <a:custGeom>
            <a:avLst/>
            <a:gdLst/>
            <a:ahLst/>
            <a:cxnLst/>
            <a:rect l="l" t="t" r="r" b="b"/>
            <a:pathLst>
              <a:path w="3222150" h="999971">
                <a:moveTo>
                  <a:pt x="0" y="0"/>
                </a:moveTo>
                <a:lnTo>
                  <a:pt x="3222150" y="0"/>
                </a:lnTo>
                <a:lnTo>
                  <a:pt x="3222150" y="999971"/>
                </a:lnTo>
                <a:lnTo>
                  <a:pt x="0" y="999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" t="-1" r="7389" b="4628"/>
            </a:stretch>
          </a:blipFill>
        </p:spPr>
        <p:txBody>
          <a:bodyPr/>
          <a:lstStyle/>
          <a:p>
            <a:endParaRPr lang="it-IT" sz="45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338272F-100D-0023-B39D-9D6928DF6D09}"/>
              </a:ext>
            </a:extLst>
          </p:cNvPr>
          <p:cNvSpPr/>
          <p:nvPr/>
        </p:nvSpPr>
        <p:spPr>
          <a:xfrm>
            <a:off x="6884730" y="294668"/>
            <a:ext cx="778437" cy="501763"/>
          </a:xfrm>
          <a:custGeom>
            <a:avLst/>
            <a:gdLst/>
            <a:ahLst/>
            <a:cxnLst/>
            <a:rect l="l" t="t" r="r" b="b"/>
            <a:pathLst>
              <a:path w="1623623" h="1046552">
                <a:moveTo>
                  <a:pt x="0" y="0"/>
                </a:moveTo>
                <a:lnTo>
                  <a:pt x="1623623" y="0"/>
                </a:lnTo>
                <a:lnTo>
                  <a:pt x="1623623" y="1046552"/>
                </a:lnTo>
                <a:lnTo>
                  <a:pt x="0" y="1046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65" t="-15431" r="-12306" b="-18194"/>
            </a:stretch>
          </a:blipFill>
        </p:spPr>
        <p:txBody>
          <a:bodyPr/>
          <a:lstStyle/>
          <a:p>
            <a:endParaRPr lang="it-IT" sz="45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2759D12-7E66-BEDE-4DCC-D7D499E73719}"/>
              </a:ext>
            </a:extLst>
          </p:cNvPr>
          <p:cNvSpPr/>
          <p:nvPr/>
        </p:nvSpPr>
        <p:spPr>
          <a:xfrm>
            <a:off x="8107283" y="134993"/>
            <a:ext cx="530243" cy="821113"/>
          </a:xfrm>
          <a:custGeom>
            <a:avLst/>
            <a:gdLst/>
            <a:ahLst/>
            <a:cxnLst/>
            <a:rect l="l" t="t" r="r" b="b"/>
            <a:pathLst>
              <a:path w="1105953" h="1712636">
                <a:moveTo>
                  <a:pt x="0" y="0"/>
                </a:moveTo>
                <a:lnTo>
                  <a:pt x="1105953" y="0"/>
                </a:lnTo>
                <a:lnTo>
                  <a:pt x="1105953" y="1712636"/>
                </a:lnTo>
                <a:lnTo>
                  <a:pt x="0" y="1712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 sz="450"/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88AA0A2B-A7A9-EC9E-F936-DA545E48BC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5446" y="4382796"/>
            <a:ext cx="1181265" cy="438211"/>
          </a:xfrm>
          <a:prstGeom prst="rect">
            <a:avLst/>
          </a:prstGeom>
        </p:spPr>
      </p:pic>
      <p:sp>
        <p:nvSpPr>
          <p:cNvPr id="18" name="Freeform 17"/>
          <p:cNvSpPr/>
          <p:nvPr userDrawn="1"/>
        </p:nvSpPr>
        <p:spPr>
          <a:xfrm>
            <a:off x="1272313" y="-727937"/>
            <a:ext cx="6599374" cy="6599374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450" dirty="0"/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29848BAE-2B78-97D7-872B-8A45147DB4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474" y="2089600"/>
            <a:ext cx="818032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40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4000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C0F58129-D2A7-6CEC-77AA-AB22378CB4B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4146" b="44108"/>
          <a:stretch>
            <a:fillRect/>
          </a:stretch>
        </p:blipFill>
        <p:spPr>
          <a:xfrm>
            <a:off x="7315200" y="3925104"/>
            <a:ext cx="1828800" cy="1218395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EA665F-C4FE-7185-475E-B027248337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690" y="3410152"/>
            <a:ext cx="2133600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dirty="0"/>
              <a:t>Trieste, Author,</a:t>
            </a:r>
            <a:br>
              <a:rPr lang="it-IT" dirty="0"/>
            </a:br>
            <a:r>
              <a:rPr lang="it-IT" dirty="0"/>
              <a:t>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4EC591F8-4686-3257-EA4A-77D63C5795D5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6000926" cy="3375521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07B4DF1-F2B2-BBBC-D51A-B761102DCE47}"/>
                </a:ext>
              </a:extLst>
            </p:cNvPr>
            <p:cNvSpPr/>
            <p:nvPr/>
          </p:nvSpPr>
          <p:spPr>
            <a:xfrm>
              <a:off x="0" y="0"/>
              <a:ext cx="6000926" cy="3375521"/>
            </a:xfrm>
            <a:custGeom>
              <a:avLst/>
              <a:gdLst/>
              <a:ahLst/>
              <a:cxnLst/>
              <a:rect l="l" t="t" r="r" b="b"/>
              <a:pathLst>
                <a:path w="6000926" h="3375521">
                  <a:moveTo>
                    <a:pt x="0" y="0"/>
                  </a:moveTo>
                  <a:lnTo>
                    <a:pt x="6000926" y="0"/>
                  </a:lnTo>
                  <a:lnTo>
                    <a:pt x="6000926" y="3375521"/>
                  </a:lnTo>
                  <a:lnTo>
                    <a:pt x="0" y="3375521"/>
                  </a:lnTo>
                  <a:close/>
                </a:path>
              </a:pathLst>
            </a:custGeom>
            <a:gradFill rotWithShape="1">
              <a:gsLst>
                <a:gs pos="0">
                  <a:srgbClr val="1D0E46">
                    <a:alpha val="100000"/>
                  </a:srgbClr>
                </a:gs>
                <a:gs pos="100000">
                  <a:srgbClr val="1E57A8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it-IT" sz="450" dirty="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E860DC7A-8CB5-5911-6262-5C2991E23F5C}"/>
                </a:ext>
              </a:extLst>
            </p:cNvPr>
            <p:cNvSpPr txBox="1"/>
            <p:nvPr/>
          </p:nvSpPr>
          <p:spPr>
            <a:xfrm>
              <a:off x="0" y="-28575"/>
              <a:ext cx="6000926" cy="3404096"/>
            </a:xfrm>
            <a:prstGeom prst="rect">
              <a:avLst/>
            </a:prstGeom>
          </p:spPr>
          <p:txBody>
            <a:bodyPr lIns="40774" tIns="40774" rIns="40774" bIns="40774" rtlCol="0" anchor="ctr"/>
            <a:lstStyle/>
            <a:p>
              <a:pPr algn="ctr">
                <a:lnSpc>
                  <a:spcPts val="1068"/>
                </a:lnSpc>
                <a:spcBef>
                  <a:spcPct val="0"/>
                </a:spcBef>
              </a:pPr>
              <a:endParaRPr sz="450"/>
            </a:p>
          </p:txBody>
        </p:sp>
      </p:grpSp>
      <p:sp>
        <p:nvSpPr>
          <p:cNvPr id="19" name="Freeform 17">
            <a:extLst>
              <a:ext uri="{FF2B5EF4-FFF2-40B4-BE49-F238E27FC236}">
                <a16:creationId xmlns:a16="http://schemas.microsoft.com/office/drawing/2014/main" id="{6E350B0F-AB7E-4184-A0F7-DFF2FF4E193E}"/>
              </a:ext>
            </a:extLst>
          </p:cNvPr>
          <p:cNvSpPr/>
          <p:nvPr userDrawn="1"/>
        </p:nvSpPr>
        <p:spPr>
          <a:xfrm>
            <a:off x="1272313" y="-727937"/>
            <a:ext cx="6599374" cy="6599374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45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1FC40BC-9004-DDF8-38AB-3A93A08ECA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" t="12495" r="17781" b="14596"/>
          <a:stretch/>
        </p:blipFill>
        <p:spPr>
          <a:xfrm>
            <a:off x="-3323" y="-2752"/>
            <a:ext cx="9147323" cy="89492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65CBF87-39E6-7C20-D37A-A8DAE93FB84E}"/>
              </a:ext>
            </a:extLst>
          </p:cNvPr>
          <p:cNvSpPr txBox="1"/>
          <p:nvPr userDrawn="1"/>
        </p:nvSpPr>
        <p:spPr>
          <a:xfrm>
            <a:off x="482091" y="4251322"/>
            <a:ext cx="82047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This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Pilot training activity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has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been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Union –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NextGenerationEU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within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the PNRR projects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pursuant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to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Article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11,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paragraph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1, of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Notice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594/2024:</a:t>
            </a:r>
            <a:endParaRPr lang="it-IT" sz="8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“NFFA-DI cod. IR0000015,  Missione 4, “Istruzione e Ricerca” – Componente 2, “Dalla ricerca all'impresa” – Linea di investimento 3.1, “Fondo per la realizzazione di un sistema integrato di infrastrutture di ricerca e innovazione” – Azione 3.1.1, “Creazione di nuove IR o potenziamento di quelle esistenti che concorrono agli obiettivi di Eccellenza Scientifica di Horizon Europe e costituzione di reti” (CUP B53C22004310006).</a:t>
            </a:r>
            <a:endParaRPr lang="it-IT" sz="8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“EFC cod. SSU2024-00002,  Missione 4 "Istruzione e ricerca" - Componente  1, “Potenziamento dell'offerta dei servizi all'istruzione:  dagli  asili nido </a:t>
            </a:r>
            <a:r>
              <a:rPr lang="it-IT" sz="8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all'universita'</a:t>
            </a:r>
            <a:r>
              <a:rPr lang="it-IT" sz="8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” -  Investimento  3.4  “Didattica  e  competenze universitarie  avanzate”  -  Sub-Investimento  “Rafforzamento   delle scuole universitarie superiori” (CUP: G97G24000100007).</a:t>
            </a:r>
            <a:endParaRPr lang="it-IT" sz="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7EC9F568-CE54-23F8-4F95-22DD78AD87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474" y="2549979"/>
            <a:ext cx="818032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40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4000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17" name="Immagine 16" descr="Immagine che contiene cerchio, linea,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6DB2A9E-C519-6A26-182D-A631DFBB7A6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410" y="1274112"/>
            <a:ext cx="508173" cy="389519"/>
          </a:xfrm>
          <a:prstGeom prst="rect">
            <a:avLst/>
          </a:prstGeom>
        </p:spPr>
      </p:pic>
      <p:pic>
        <p:nvPicPr>
          <p:cNvPr id="25" name="Immagine 24" descr="Immagine che contiene testo, Carattere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1D060135-78DC-4226-52CE-492B694E4A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921" y="1313093"/>
            <a:ext cx="1665342" cy="311556"/>
          </a:xfrm>
          <a:prstGeom prst="rect">
            <a:avLst/>
          </a:prstGeom>
        </p:spPr>
      </p:pic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06354B2F-532B-3A9A-2696-BCB997A020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0050" y="1331843"/>
            <a:ext cx="1130488" cy="274057"/>
          </a:xfrm>
          <a:prstGeom prst="rect">
            <a:avLst/>
          </a:prstGeom>
        </p:spPr>
      </p:pic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8C0849B0-9533-86C6-6D3B-081DD96964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530" y="1301429"/>
            <a:ext cx="1587021" cy="33488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05755EA-3B0F-F1C6-77B6-814B7EFCACFC}"/>
              </a:ext>
            </a:extLst>
          </p:cNvPr>
          <p:cNvSpPr txBox="1"/>
          <p:nvPr userDrawn="1"/>
        </p:nvSpPr>
        <p:spPr>
          <a:xfrm>
            <a:off x="2497340" y="1238039"/>
            <a:ext cx="155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chemeClr val="bg1"/>
                </a:solidFill>
                <a:latin typeface="Aptos" panose="020B0004020202020204" pitchFamily="34" charset="0"/>
              </a:rPr>
              <a:t>E-ARGO</a:t>
            </a:r>
          </a:p>
        </p:txBody>
      </p:sp>
    </p:spTree>
    <p:extLst>
      <p:ext uri="{BB962C8B-B14F-4D97-AF65-F5344CB8AC3E}">
        <p14:creationId xmlns:p14="http://schemas.microsoft.com/office/powerpoint/2010/main" val="387140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7">
            <a:extLst>
              <a:ext uri="{FF2B5EF4-FFF2-40B4-BE49-F238E27FC236}">
                <a16:creationId xmlns:a16="http://schemas.microsoft.com/office/drawing/2014/main" id="{BCBB8701-A7B2-FF06-D406-E367E958CCC9}"/>
              </a:ext>
            </a:extLst>
          </p:cNvPr>
          <p:cNvSpPr/>
          <p:nvPr userDrawn="1"/>
        </p:nvSpPr>
        <p:spPr>
          <a:xfrm>
            <a:off x="1272313" y="-727937"/>
            <a:ext cx="6599374" cy="6599374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450" dirty="0"/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C5DCC99-D33E-980D-ABD1-7B29388468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474" y="2089600"/>
            <a:ext cx="818032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40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4000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D9193719-81C0-2C77-FB46-EB9633F36E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46" b="44108"/>
          <a:stretch>
            <a:fillRect/>
          </a:stretch>
        </p:blipFill>
        <p:spPr>
          <a:xfrm>
            <a:off x="7315200" y="3925104"/>
            <a:ext cx="1828800" cy="1218395"/>
          </a:xfrm>
          <a:prstGeom prst="rect">
            <a:avLst/>
          </a:prstGeom>
        </p:spPr>
      </p:pic>
      <p:pic>
        <p:nvPicPr>
          <p:cNvPr id="28" name="Elemento grafico 27">
            <a:extLst>
              <a:ext uri="{FF2B5EF4-FFF2-40B4-BE49-F238E27FC236}">
                <a16:creationId xmlns:a16="http://schemas.microsoft.com/office/drawing/2014/main" id="{6C79B192-C207-84C8-EEA6-FD520B0007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8761" t="9524" r="14602" b="23915"/>
          <a:stretch>
            <a:fillRect/>
          </a:stretch>
        </p:blipFill>
        <p:spPr>
          <a:xfrm rot="10800000">
            <a:off x="7871687" y="0"/>
            <a:ext cx="1272313" cy="14820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F925AC-40D4-1144-A190-B03DE6E7BD65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6000926" cy="3375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66B254-82F3-E550-A2FD-746818610EB8}"/>
                </a:ext>
              </a:extLst>
            </p:cNvPr>
            <p:cNvSpPr/>
            <p:nvPr/>
          </p:nvSpPr>
          <p:spPr>
            <a:xfrm>
              <a:off x="0" y="0"/>
              <a:ext cx="6000926" cy="3375521"/>
            </a:xfrm>
            <a:custGeom>
              <a:avLst/>
              <a:gdLst/>
              <a:ahLst/>
              <a:cxnLst/>
              <a:rect l="l" t="t" r="r" b="b"/>
              <a:pathLst>
                <a:path w="6000926" h="3375521">
                  <a:moveTo>
                    <a:pt x="0" y="0"/>
                  </a:moveTo>
                  <a:lnTo>
                    <a:pt x="6000926" y="0"/>
                  </a:lnTo>
                  <a:lnTo>
                    <a:pt x="6000926" y="3375521"/>
                  </a:lnTo>
                  <a:lnTo>
                    <a:pt x="0" y="3375521"/>
                  </a:lnTo>
                  <a:close/>
                </a:path>
              </a:pathLst>
            </a:custGeom>
            <a:gradFill rotWithShape="1">
              <a:gsLst>
                <a:gs pos="0">
                  <a:srgbClr val="1D0E46">
                    <a:alpha val="100000"/>
                  </a:srgbClr>
                </a:gs>
                <a:gs pos="100000">
                  <a:srgbClr val="1E57A8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it-IT" sz="45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EEC0115-0DC4-980D-8904-2BC9B7782F0C}"/>
                </a:ext>
              </a:extLst>
            </p:cNvPr>
            <p:cNvSpPr txBox="1"/>
            <p:nvPr/>
          </p:nvSpPr>
          <p:spPr>
            <a:xfrm>
              <a:off x="0" y="-28575"/>
              <a:ext cx="6000926" cy="3404096"/>
            </a:xfrm>
            <a:prstGeom prst="rect">
              <a:avLst/>
            </a:prstGeom>
          </p:spPr>
          <p:txBody>
            <a:bodyPr lIns="40774" tIns="40774" rIns="40774" bIns="40774" rtlCol="0" anchor="ctr"/>
            <a:lstStyle/>
            <a:p>
              <a:pPr algn="ctr">
                <a:lnSpc>
                  <a:spcPts val="1068"/>
                </a:lnSpc>
                <a:spcBef>
                  <a:spcPct val="0"/>
                </a:spcBef>
              </a:pPr>
              <a:endParaRPr sz="450"/>
            </a:p>
          </p:txBody>
        </p:sp>
      </p:grp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BDCA31FA-2790-548F-604B-843A714E7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246" b="24358"/>
          <a:stretch>
            <a:fillRect/>
          </a:stretch>
        </p:blipFill>
        <p:spPr>
          <a:xfrm rot="10800000">
            <a:off x="7516444" y="-2"/>
            <a:ext cx="1627556" cy="1724581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C5DCC99-D33E-980D-ABD1-7B29388468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474" y="2089600"/>
            <a:ext cx="818032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40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4000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D9193719-81C0-2C77-FB46-EB9633F36E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46" b="44108"/>
          <a:stretch>
            <a:fillRect/>
          </a:stretch>
        </p:blipFill>
        <p:spPr>
          <a:xfrm>
            <a:off x="7315200" y="3925104"/>
            <a:ext cx="1828800" cy="1218395"/>
          </a:xfrm>
          <a:prstGeom prst="rect">
            <a:avLst/>
          </a:prstGeom>
        </p:spPr>
      </p:pic>
      <p:sp>
        <p:nvSpPr>
          <p:cNvPr id="5" name="Freeform 17">
            <a:extLst>
              <a:ext uri="{FF2B5EF4-FFF2-40B4-BE49-F238E27FC236}">
                <a16:creationId xmlns:a16="http://schemas.microsoft.com/office/drawing/2014/main" id="{88B16BAE-3745-5C30-C064-7C428668E046}"/>
              </a:ext>
            </a:extLst>
          </p:cNvPr>
          <p:cNvSpPr/>
          <p:nvPr userDrawn="1"/>
        </p:nvSpPr>
        <p:spPr>
          <a:xfrm>
            <a:off x="1272313" y="-727937"/>
            <a:ext cx="6599374" cy="6599374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450" dirty="0"/>
          </a:p>
        </p:txBody>
      </p:sp>
    </p:spTree>
    <p:extLst>
      <p:ext uri="{BB962C8B-B14F-4D97-AF65-F5344CB8AC3E}">
        <p14:creationId xmlns:p14="http://schemas.microsoft.com/office/powerpoint/2010/main" val="101242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  <a:prstGeom prst="rect">
            <a:avLst/>
          </a:prstGeo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23">
            <a:extLst>
              <a:ext uri="{FF2B5EF4-FFF2-40B4-BE49-F238E27FC236}">
                <a16:creationId xmlns:a16="http://schemas.microsoft.com/office/drawing/2014/main" id="{E6FF4E95-6223-DDBD-15B5-2C8C4A8501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46" b="44108"/>
          <a:stretch>
            <a:fillRect/>
          </a:stretch>
        </p:blipFill>
        <p:spPr>
          <a:xfrm>
            <a:off x="7315200" y="3925104"/>
            <a:ext cx="1828800" cy="1218395"/>
          </a:xfrm>
          <a:prstGeom prst="rect">
            <a:avLst/>
          </a:prstGeom>
        </p:spPr>
      </p:pic>
      <p:pic>
        <p:nvPicPr>
          <p:cNvPr id="5" name="Elemento grafico 27">
            <a:extLst>
              <a:ext uri="{FF2B5EF4-FFF2-40B4-BE49-F238E27FC236}">
                <a16:creationId xmlns:a16="http://schemas.microsoft.com/office/drawing/2014/main" id="{AE38DEBA-68E4-EB93-D129-5414E56BCF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761" t="9524" r="14602" b="23915"/>
          <a:stretch>
            <a:fillRect/>
          </a:stretch>
        </p:blipFill>
        <p:spPr>
          <a:xfrm rot="10800000">
            <a:off x="7871687" y="0"/>
            <a:ext cx="1272313" cy="1482031"/>
          </a:xfrm>
          <a:prstGeom prst="rect">
            <a:avLst/>
          </a:prstGeom>
        </p:spPr>
      </p:pic>
      <p:sp>
        <p:nvSpPr>
          <p:cNvPr id="6" name="Freeform 17">
            <a:extLst>
              <a:ext uri="{FF2B5EF4-FFF2-40B4-BE49-F238E27FC236}">
                <a16:creationId xmlns:a16="http://schemas.microsoft.com/office/drawing/2014/main" id="{3AA8E5E9-3D97-142E-39C1-6BCDF101B267}"/>
              </a:ext>
            </a:extLst>
          </p:cNvPr>
          <p:cNvSpPr/>
          <p:nvPr userDrawn="1"/>
        </p:nvSpPr>
        <p:spPr>
          <a:xfrm>
            <a:off x="1272313" y="-727937"/>
            <a:ext cx="6599374" cy="6599374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450" dirty="0"/>
          </a:p>
        </p:txBody>
      </p:sp>
    </p:spTree>
    <p:extLst>
      <p:ext uri="{BB962C8B-B14F-4D97-AF65-F5344CB8AC3E}">
        <p14:creationId xmlns:p14="http://schemas.microsoft.com/office/powerpoint/2010/main" val="189877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svg"/><Relationship Id="rId18" Type="http://schemas.openxmlformats.org/officeDocument/2006/relationships/image" Target="../media/image43.svg"/><Relationship Id="rId3" Type="http://schemas.openxmlformats.org/officeDocument/2006/relationships/image" Target="../media/image31.svg"/><Relationship Id="rId7" Type="http://schemas.microsoft.com/office/2007/relationships/hdphoto" Target="../media/hdphoto1.wdp"/><Relationship Id="rId12" Type="http://schemas.openxmlformats.org/officeDocument/2006/relationships/image" Target="../media/image38.png"/><Relationship Id="rId17" Type="http://schemas.openxmlformats.org/officeDocument/2006/relationships/image" Target="../media/image42.png"/><Relationship Id="rId2" Type="http://schemas.openxmlformats.org/officeDocument/2006/relationships/image" Target="../media/image30.png"/><Relationship Id="rId16" Type="http://schemas.microsoft.com/office/2007/relationships/hdphoto" Target="../media/hdphoto3.wdp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image" Target="../media/image33.svg"/><Relationship Id="rId15" Type="http://schemas.openxmlformats.org/officeDocument/2006/relationships/image" Target="../media/image41.png"/><Relationship Id="rId10" Type="http://schemas.microsoft.com/office/2007/relationships/hdphoto" Target="../media/hdphoto2.wdp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1.svg"/><Relationship Id="rId7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png"/><Relationship Id="rId5" Type="http://schemas.microsoft.com/office/2007/relationships/hdphoto" Target="../media/hdphoto1.wdp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1.svg"/><Relationship Id="rId7" Type="http://schemas.openxmlformats.org/officeDocument/2006/relationships/image" Target="../media/image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5" Type="http://schemas.microsoft.com/office/2007/relationships/hdphoto" Target="../media/hdphoto1.wdp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41.png"/><Relationship Id="rId3" Type="http://schemas.openxmlformats.org/officeDocument/2006/relationships/image" Target="../media/image31.sv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11" Type="http://schemas.openxmlformats.org/officeDocument/2006/relationships/image" Target="../media/image39.svg"/><Relationship Id="rId5" Type="http://schemas.microsoft.com/office/2007/relationships/hdphoto" Target="../media/hdphoto1.wdp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Relationship Id="rId1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1171FBF-1649-0016-047C-6CADBD736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836" y="1276350"/>
            <a:ext cx="8180327" cy="2831544"/>
          </a:xfrm>
        </p:spPr>
        <p:txBody>
          <a:bodyPr/>
          <a:lstStyle/>
          <a:p>
            <a:r>
              <a:rPr lang="en-US" dirty="0"/>
              <a:t>Advanced Python Programming</a:t>
            </a:r>
          </a:p>
          <a:p>
            <a:r>
              <a:rPr lang="en-US" dirty="0"/>
              <a:t>Basic Software Architecture</a:t>
            </a:r>
          </a:p>
          <a:p>
            <a:r>
              <a:rPr lang="en-US" dirty="0"/>
              <a:t>Concepts</a:t>
            </a:r>
          </a:p>
          <a:p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BFD9BC-BAD2-5B6C-22E6-C410305BB8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0" y="3410152"/>
            <a:ext cx="5313510" cy="941796"/>
          </a:xfrm>
        </p:spPr>
        <p:txBody>
          <a:bodyPr/>
          <a:lstStyle/>
          <a:p>
            <a:r>
              <a:rPr lang="it-IT" dirty="0"/>
              <a:t>Marco Prenassi</a:t>
            </a:r>
          </a:p>
          <a:p>
            <a:r>
              <a:rPr lang="it-IT" dirty="0" err="1"/>
              <a:t>Laboratory</a:t>
            </a:r>
            <a:r>
              <a:rPr lang="it-IT" dirty="0"/>
              <a:t> of Data Engineering, Area Science Park</a:t>
            </a:r>
          </a:p>
          <a:p>
            <a:r>
              <a:rPr lang="it-IT" dirty="0"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1A62-D5EA-9319-63A2-B40887DE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DFCE078-9156-5BD8-851D-7DB003EA3861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SOFTWARE BASIC ARCHITECURAL CONCEPTS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8190C7C-866C-06EB-A0E1-AFC99E1F6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711" y="1533346"/>
            <a:ext cx="4662578" cy="349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9BA89-F90F-D1A6-4E1C-C5D86A5B02AF}"/>
              </a:ext>
            </a:extLst>
          </p:cNvPr>
          <p:cNvSpPr txBox="1"/>
          <p:nvPr/>
        </p:nvSpPr>
        <p:spPr>
          <a:xfrm>
            <a:off x="6993866" y="3725856"/>
            <a:ext cx="2150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75" dirty="0">
                <a:solidFill>
                  <a:srgbClr val="202122"/>
                </a:solidFill>
                <a:latin typeface="Arial" panose="020B0604020202020204" pitchFamily="34" charset="0"/>
              </a:rPr>
              <a:t>Mexican architecture, Mexico City, 2008.</a:t>
            </a:r>
            <a:endParaRPr lang="en-GB" sz="675" i="1" dirty="0">
              <a:latin typeface="Arial" panose="020B0604020202020204" pitchFamily="34" charset="0"/>
            </a:endParaRPr>
          </a:p>
          <a:p>
            <a:endParaRPr lang="en-GB" sz="675" i="1" dirty="0">
              <a:latin typeface="Arial" panose="020B0604020202020204" pitchFamily="34" charset="0"/>
            </a:endParaRPr>
          </a:p>
          <a:p>
            <a:r>
              <a:rPr lang="en-GB" sz="675" i="1" dirty="0">
                <a:latin typeface="Arial" panose="020B0604020202020204" pitchFamily="34" charset="0"/>
              </a:rPr>
              <a:t>author: </a:t>
            </a:r>
          </a:p>
          <a:p>
            <a:r>
              <a:rPr lang="en-GB" sz="675" i="1" dirty="0">
                <a:latin typeface="Arial" panose="020B0604020202020204" pitchFamily="34" charset="0"/>
              </a:rPr>
              <a:t>Joaquín Martínez Rosado</a:t>
            </a:r>
            <a:endParaRPr lang="en-IT" sz="675" i="1" dirty="0"/>
          </a:p>
        </p:txBody>
      </p:sp>
    </p:spTree>
    <p:extLst>
      <p:ext uri="{BB962C8B-B14F-4D97-AF65-F5344CB8AC3E}">
        <p14:creationId xmlns:p14="http://schemas.microsoft.com/office/powerpoint/2010/main" val="96297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SOFTWARE LIFE CYCLE</a:t>
            </a:r>
          </a:p>
        </p:txBody>
      </p:sp>
      <p:graphicFrame>
        <p:nvGraphicFramePr>
          <p:cNvPr id="3" name="Segnaposto contenuto 4">
            <a:extLst>
              <a:ext uri="{FF2B5EF4-FFF2-40B4-BE49-F238E27FC236}">
                <a16:creationId xmlns:a16="http://schemas.microsoft.com/office/drawing/2014/main" id="{FFD88E4E-19D1-BA42-0A0B-4108A04C34DE}"/>
              </a:ext>
            </a:extLst>
          </p:cNvPr>
          <p:cNvGraphicFramePr>
            <a:graphicFrameLocks/>
          </p:cNvGraphicFramePr>
          <p:nvPr/>
        </p:nvGraphicFramePr>
        <p:xfrm>
          <a:off x="1871932" y="1656271"/>
          <a:ext cx="5400136" cy="300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95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SOFTWARE LIFE CYCLE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F95F12-D7D3-BD6B-F321-4DCC5DB484F8}"/>
              </a:ext>
            </a:extLst>
          </p:cNvPr>
          <p:cNvGrpSpPr/>
          <p:nvPr/>
        </p:nvGrpSpPr>
        <p:grpSpPr>
          <a:xfrm>
            <a:off x="1897811" y="1617453"/>
            <a:ext cx="5348378" cy="3150625"/>
            <a:chOff x="1981200" y="1069561"/>
            <a:chExt cx="8686801" cy="5374140"/>
          </a:xfrm>
        </p:grpSpPr>
        <p:grpSp>
          <p:nvGrpSpPr>
            <p:cNvPr id="4" name="Gruppo 13">
              <a:extLst>
                <a:ext uri="{FF2B5EF4-FFF2-40B4-BE49-F238E27FC236}">
                  <a16:creationId xmlns:a16="http://schemas.microsoft.com/office/drawing/2014/main" id="{C91D683C-AC24-2B31-03EC-219B3C8DAC3E}"/>
                </a:ext>
              </a:extLst>
            </p:cNvPr>
            <p:cNvGrpSpPr/>
            <p:nvPr/>
          </p:nvGrpSpPr>
          <p:grpSpPr>
            <a:xfrm>
              <a:off x="2104648" y="5186485"/>
              <a:ext cx="1689538" cy="861340"/>
              <a:chOff x="7510323" y="3573016"/>
              <a:chExt cx="1454165" cy="648072"/>
            </a:xfrm>
          </p:grpSpPr>
          <p:pic>
            <p:nvPicPr>
              <p:cNvPr id="5" name="Immagine 7" descr="case.png">
                <a:extLst>
                  <a:ext uri="{FF2B5EF4-FFF2-40B4-BE49-F238E27FC236}">
                    <a16:creationId xmlns:a16="http://schemas.microsoft.com/office/drawing/2014/main" id="{F7AD1117-29AC-477D-2C6D-15354C2A3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510323" y="3573016"/>
                <a:ext cx="1454165" cy="648072"/>
              </a:xfrm>
              <a:prstGeom prst="rect">
                <a:avLst/>
              </a:prstGeom>
            </p:spPr>
          </p:pic>
          <p:cxnSp>
            <p:nvCxnSpPr>
              <p:cNvPr id="6" name="Connettore 1 9">
                <a:extLst>
                  <a:ext uri="{FF2B5EF4-FFF2-40B4-BE49-F238E27FC236}">
                    <a16:creationId xmlns:a16="http://schemas.microsoft.com/office/drawing/2014/main" id="{064F6884-ED52-36AE-1829-0A220B4B3469}"/>
                  </a:ext>
                </a:extLst>
              </p:cNvPr>
              <p:cNvCxnSpPr/>
              <p:nvPr/>
            </p:nvCxnSpPr>
            <p:spPr bwMode="auto">
              <a:xfrm flipH="1">
                <a:off x="8100392" y="3861048"/>
                <a:ext cx="648072" cy="72008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" name="Ovale 16">
              <a:extLst>
                <a:ext uri="{FF2B5EF4-FFF2-40B4-BE49-F238E27FC236}">
                  <a16:creationId xmlns:a16="http://schemas.microsoft.com/office/drawing/2014/main" id="{44FC2C2D-5687-D4DA-3FD1-0EAAED375A1E}"/>
                </a:ext>
              </a:extLst>
            </p:cNvPr>
            <p:cNvSpPr/>
            <p:nvPr/>
          </p:nvSpPr>
          <p:spPr>
            <a:xfrm>
              <a:off x="1981200" y="1434508"/>
              <a:ext cx="4317673" cy="5009193"/>
            </a:xfrm>
            <a:prstGeom prst="ellipse">
              <a:avLst/>
            </a:prstGeom>
            <a:noFill/>
            <a:ln w="3810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675"/>
            </a:p>
          </p:txBody>
        </p:sp>
        <p:pic>
          <p:nvPicPr>
            <p:cNvPr id="8" name="Picture 21">
              <a:extLst>
                <a:ext uri="{FF2B5EF4-FFF2-40B4-BE49-F238E27FC236}">
                  <a16:creationId xmlns:a16="http://schemas.microsoft.com/office/drawing/2014/main" id="{61615E9D-E308-550E-9315-4BF9F7BD0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9820" y="3291735"/>
              <a:ext cx="1810524" cy="716941"/>
            </a:xfrm>
            <a:prstGeom prst="rect">
              <a:avLst/>
            </a:prstGeom>
          </p:spPr>
        </p:pic>
        <p:pic>
          <p:nvPicPr>
            <p:cNvPr id="9" name="Picture 22">
              <a:extLst>
                <a:ext uri="{FF2B5EF4-FFF2-40B4-BE49-F238E27FC236}">
                  <a16:creationId xmlns:a16="http://schemas.microsoft.com/office/drawing/2014/main" id="{9E30A1B5-3765-8981-0F7B-91BBA5C00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34677" y="2740922"/>
              <a:ext cx="1880842" cy="1718701"/>
            </a:xfrm>
            <a:prstGeom prst="rect">
              <a:avLst/>
            </a:prstGeom>
          </p:spPr>
        </p:pic>
        <p:pic>
          <p:nvPicPr>
            <p:cNvPr id="10" name="Picture 23">
              <a:extLst>
                <a:ext uri="{FF2B5EF4-FFF2-40B4-BE49-F238E27FC236}">
                  <a16:creationId xmlns:a16="http://schemas.microsoft.com/office/drawing/2014/main" id="{ADF3517C-55D1-878D-C452-F6CC45F55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74039" y="4753198"/>
              <a:ext cx="2369820" cy="1452700"/>
            </a:xfrm>
            <a:prstGeom prst="rect">
              <a:avLst/>
            </a:prstGeom>
          </p:spPr>
        </p:pic>
        <p:pic>
          <p:nvPicPr>
            <p:cNvPr id="11" name="Picture 24">
              <a:extLst>
                <a:ext uri="{FF2B5EF4-FFF2-40B4-BE49-F238E27FC236}">
                  <a16:creationId xmlns:a16="http://schemas.microsoft.com/office/drawing/2014/main" id="{EDC342C6-8E21-2655-A7ED-9CEAE0376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47754" y="4070437"/>
              <a:ext cx="1187540" cy="956480"/>
            </a:xfrm>
            <a:prstGeom prst="rect">
              <a:avLst/>
            </a:prstGeom>
          </p:spPr>
        </p:pic>
        <p:sp>
          <p:nvSpPr>
            <p:cNvPr id="12" name="CasellaDiTesto 10">
              <a:extLst>
                <a:ext uri="{FF2B5EF4-FFF2-40B4-BE49-F238E27FC236}">
                  <a16:creationId xmlns:a16="http://schemas.microsoft.com/office/drawing/2014/main" id="{FEB34554-7F2E-21EA-D1CE-BDE2F64887EA}"/>
                </a:ext>
              </a:extLst>
            </p:cNvPr>
            <p:cNvSpPr txBox="1"/>
            <p:nvPr/>
          </p:nvSpPr>
          <p:spPr>
            <a:xfrm>
              <a:off x="2400590" y="1928371"/>
              <a:ext cx="3614930" cy="689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25" b="1" dirty="0">
                  <a:latin typeface="Verdana"/>
                  <a:cs typeface="Verdana"/>
                </a:rPr>
                <a:t>DESIGN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F791295-6B9F-F611-204A-94F429B1AA92}"/>
                </a:ext>
              </a:extLst>
            </p:cNvPr>
            <p:cNvSpPr txBox="1"/>
            <p:nvPr/>
          </p:nvSpPr>
          <p:spPr>
            <a:xfrm>
              <a:off x="6595870" y="1917927"/>
              <a:ext cx="4072131" cy="689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25" b="1" dirty="0">
                  <a:latin typeface="Verdana"/>
                  <a:cs typeface="Verdana"/>
                </a:rPr>
                <a:t>CODING</a:t>
              </a:r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E0067E61-370A-9255-A1EB-287F56072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95870" y="2911166"/>
              <a:ext cx="3890477" cy="3156107"/>
            </a:xfrm>
            <a:prstGeom prst="rect">
              <a:avLst/>
            </a:prstGeom>
          </p:spPr>
        </p:pic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1DB0201B-73E3-97D3-14F8-4FC7891E4881}"/>
                </a:ext>
              </a:extLst>
            </p:cNvPr>
            <p:cNvSpPr txBox="1"/>
            <p:nvPr/>
          </p:nvSpPr>
          <p:spPr>
            <a:xfrm>
              <a:off x="4622884" y="1069561"/>
              <a:ext cx="3614930" cy="807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75" b="1" dirty="0">
                  <a:latin typeface="Verdana"/>
                  <a:cs typeface="Verdana"/>
                </a:rPr>
                <a:t>SOFTWARE</a:t>
              </a:r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8A92B1FC-56A6-D13B-FE03-94DAE5D1181E}"/>
                </a:ext>
              </a:extLst>
            </p:cNvPr>
            <p:cNvSpPr/>
            <p:nvPr/>
          </p:nvSpPr>
          <p:spPr>
            <a:xfrm>
              <a:off x="6019299" y="1883442"/>
              <a:ext cx="825859" cy="807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2475" b="1" dirty="0">
                  <a:solidFill>
                    <a:srgbClr val="FF0000"/>
                  </a:solidFill>
                  <a:latin typeface="ＭＳ ゴシック"/>
                  <a:ea typeface="ＭＳ ゴシック"/>
                  <a:cs typeface="ＭＳ ゴシック"/>
                </a:rPr>
                <a:t>≠</a:t>
              </a:r>
              <a:endParaRPr lang="it-IT" sz="2475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55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CEDC-6607-FFF9-9260-16A346C2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A7C67C8-FE17-800A-86B1-760F3BC5573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304800" y="361950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50" b="1" noProof="0">
                <a:latin typeface="Aptos" panose="020B0004020202020204" pitchFamily="34" charset="0"/>
              </a:rPr>
              <a:t>SOFTWARE PROPERTIES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AE66F3C-33A3-CD57-D16A-5B0E823F7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22488"/>
              </p:ext>
            </p:extLst>
          </p:nvPr>
        </p:nvGraphicFramePr>
        <p:xfrm>
          <a:off x="1066800" y="707253"/>
          <a:ext cx="6172200" cy="436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75711428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66078458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48530212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96456433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75728614"/>
                    </a:ext>
                  </a:extLst>
                </a:gridCol>
              </a:tblGrid>
              <a:tr h="2311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8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INTERNAL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EXTERNAL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PRODUCT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PROCESS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1154185592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CORRECTNESS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392893569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RELIABILITY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389994373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ROBUSTNESS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3777864443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>
                          <a:effectLst/>
                        </a:rPr>
                        <a:t>PERFORMANCE</a:t>
                      </a:r>
                      <a:endParaRPr lang="en-IT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151692957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SCALABILITY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506979948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>
                          <a:effectLst/>
                        </a:rPr>
                        <a:t>EFFICIENCY</a:t>
                      </a:r>
                      <a:endParaRPr lang="en-IT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3220773808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USABILITY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3925342104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VERIFIABILITY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588736186"/>
                  </a:ext>
                </a:extLst>
              </a:tr>
              <a:tr h="369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>
                          <a:effectLst/>
                        </a:rPr>
                        <a:t>MAINTAINABILITY</a:t>
                      </a:r>
                      <a:endParaRPr lang="en-IT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871945975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REUSABILITY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913102342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PORTABILITY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3038637939"/>
                  </a:ext>
                </a:extLst>
              </a:tr>
              <a:tr h="369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COMPREHENSIBILITY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598654845"/>
                  </a:ext>
                </a:extLst>
              </a:tr>
              <a:tr h="369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INTEROPERABILITY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234571609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PRODUCTIVITY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2293435701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TIMELINESS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434649765"/>
                  </a:ext>
                </a:extLst>
              </a:tr>
              <a:tr h="231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T" sz="1100" b="1" dirty="0">
                          <a:effectLst/>
                        </a:rPr>
                        <a:t>TRANSPARENCY</a:t>
                      </a:r>
                      <a:endParaRPr lang="en-IT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IT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234" marR="57234" marT="28617" marB="28617" anchor="ctr"/>
                </a:tc>
                <a:extLst>
                  <a:ext uri="{0D108BD9-81ED-4DB2-BD59-A6C34878D82A}">
                    <a16:rowId xmlns:a16="http://schemas.microsoft.com/office/drawing/2014/main" val="3349831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23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C9A03F-D6AA-8BF4-ED33-6D4E928E0B5E}"/>
              </a:ext>
            </a:extLst>
          </p:cNvPr>
          <p:cNvGrpSpPr/>
          <p:nvPr/>
        </p:nvGrpSpPr>
        <p:grpSpPr>
          <a:xfrm>
            <a:off x="304800" y="596900"/>
            <a:ext cx="8084940" cy="4546600"/>
            <a:chOff x="282671" y="1093956"/>
            <a:chExt cx="10088269" cy="5262394"/>
          </a:xfrm>
        </p:grpSpPr>
        <p:pic>
          <p:nvPicPr>
            <p:cNvPr id="2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F233DBCE-9EC9-E1E3-0F47-BEB697D6F5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62" t="7396" r="48688" b="66014"/>
            <a:stretch/>
          </p:blipFill>
          <p:spPr bwMode="auto">
            <a:xfrm>
              <a:off x="282671" y="1112126"/>
              <a:ext cx="3442306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BF99D049-C48B-2EEA-FAB5-10EF3B3024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39" t="36841" r="8045" b="36569"/>
            <a:stretch/>
          </p:blipFill>
          <p:spPr bwMode="auto">
            <a:xfrm>
              <a:off x="3724976" y="1093956"/>
              <a:ext cx="6645963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83DF6F0C-A5FD-485D-4F73-16DB666BCD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01" t="62808" r="7583" b="11451"/>
            <a:stretch/>
          </p:blipFill>
          <p:spPr bwMode="auto">
            <a:xfrm>
              <a:off x="3724977" y="3746315"/>
              <a:ext cx="6645963" cy="2567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917D3442-2772-21EC-CAD2-7528611396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51" t="7589" r="7399" b="65821"/>
            <a:stretch/>
          </p:blipFill>
          <p:spPr bwMode="auto">
            <a:xfrm>
              <a:off x="282671" y="3703991"/>
              <a:ext cx="3442306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1978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03BF-59ED-3FD9-B9E1-05AA968A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2468AD-BEAE-7140-1CFF-7975C1BEE925}"/>
              </a:ext>
            </a:extLst>
          </p:cNvPr>
          <p:cNvGrpSpPr/>
          <p:nvPr/>
        </p:nvGrpSpPr>
        <p:grpSpPr>
          <a:xfrm>
            <a:off x="304800" y="596900"/>
            <a:ext cx="8084940" cy="4546600"/>
            <a:chOff x="282671" y="1093956"/>
            <a:chExt cx="10088269" cy="5262394"/>
          </a:xfrm>
        </p:grpSpPr>
        <p:pic>
          <p:nvPicPr>
            <p:cNvPr id="2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F783E3B7-7FF2-E2D6-1240-36CADA6B00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62" t="7396" r="48688" b="66014"/>
            <a:stretch/>
          </p:blipFill>
          <p:spPr bwMode="auto">
            <a:xfrm>
              <a:off x="282671" y="1112126"/>
              <a:ext cx="3442306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3EA8C232-6FF6-CD3D-4FB0-3A452B3975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39" t="36841" r="8045" b="36569"/>
            <a:stretch/>
          </p:blipFill>
          <p:spPr bwMode="auto">
            <a:xfrm>
              <a:off x="3724976" y="1093956"/>
              <a:ext cx="6645963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FAB1EDAB-A23B-AB92-49B8-C8CDEDA79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01" t="62808" r="7583" b="11451"/>
            <a:stretch/>
          </p:blipFill>
          <p:spPr bwMode="auto">
            <a:xfrm>
              <a:off x="3724977" y="3746315"/>
              <a:ext cx="6645963" cy="2567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treeswing pictures from book - guide to good programming">
              <a:extLst>
                <a:ext uri="{FF2B5EF4-FFF2-40B4-BE49-F238E27FC236}">
                  <a16:creationId xmlns:a16="http://schemas.microsoft.com/office/drawing/2014/main" id="{7BA0EC6C-5C97-E7D9-FEA4-412477E41A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51" t="7589" r="7399" b="65821"/>
            <a:stretch/>
          </p:blipFill>
          <p:spPr bwMode="auto">
            <a:xfrm>
              <a:off x="282671" y="3703991"/>
              <a:ext cx="3442306" cy="2652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 descr="treeswing pictures from book - guide to good programming">
            <a:extLst>
              <a:ext uri="{FF2B5EF4-FFF2-40B4-BE49-F238E27FC236}">
                <a16:creationId xmlns:a16="http://schemas.microsoft.com/office/drawing/2014/main" id="{1F8357DF-03CD-F090-2D8C-75FFD30719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89797" r="4065" b="3999"/>
          <a:stretch/>
        </p:blipFill>
        <p:spPr bwMode="auto">
          <a:xfrm>
            <a:off x="1909979" y="2851916"/>
            <a:ext cx="7250546" cy="61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50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DECOS ARCHITECTURE and DEVELOPMENT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7400CAA9-394E-973F-7947-B4CA466FA657}"/>
              </a:ext>
            </a:extLst>
          </p:cNvPr>
          <p:cNvSpPr/>
          <p:nvPr/>
        </p:nvSpPr>
        <p:spPr>
          <a:xfrm>
            <a:off x="7480166" y="2799156"/>
            <a:ext cx="1143000" cy="1572868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64FC43DC-B523-678D-EE2D-D9291093DE34}"/>
              </a:ext>
            </a:extLst>
          </p:cNvPr>
          <p:cNvSpPr/>
          <p:nvPr/>
        </p:nvSpPr>
        <p:spPr>
          <a:xfrm>
            <a:off x="7001810" y="3421797"/>
            <a:ext cx="680831" cy="968804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7531223-9EE3-C5DF-EC35-DB2CDC0B48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500" y="3413341"/>
            <a:ext cx="738935" cy="73893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6197421-5E75-D0E5-F160-6A0BDABF9FFB}"/>
              </a:ext>
            </a:extLst>
          </p:cNvPr>
          <p:cNvGrpSpPr/>
          <p:nvPr/>
        </p:nvGrpSpPr>
        <p:grpSpPr>
          <a:xfrm>
            <a:off x="1168249" y="3017358"/>
            <a:ext cx="1029722" cy="876974"/>
            <a:chOff x="585220" y="2905559"/>
            <a:chExt cx="1372962" cy="1169298"/>
          </a:xfrm>
        </p:grpSpPr>
        <p:grpSp>
          <p:nvGrpSpPr>
            <p:cNvPr id="21" name="Graphic 31">
              <a:extLst>
                <a:ext uri="{FF2B5EF4-FFF2-40B4-BE49-F238E27FC236}">
                  <a16:creationId xmlns:a16="http://schemas.microsoft.com/office/drawing/2014/main" id="{FF663BF9-5C37-F6F6-58FE-50E075E38169}"/>
                </a:ext>
              </a:extLst>
            </p:cNvPr>
            <p:cNvGrpSpPr/>
            <p:nvPr/>
          </p:nvGrpSpPr>
          <p:grpSpPr>
            <a:xfrm>
              <a:off x="585220" y="2941410"/>
              <a:ext cx="1372962" cy="1133447"/>
              <a:chOff x="585220" y="2941410"/>
              <a:chExt cx="1372962" cy="1133447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F7689CC-854B-4D54-A7D2-F4A77F8CB12B}"/>
                  </a:ext>
                </a:extLst>
              </p:cNvPr>
              <p:cNvSpPr/>
              <p:nvPr/>
            </p:nvSpPr>
            <p:spPr>
              <a:xfrm>
                <a:off x="585220" y="2941410"/>
                <a:ext cx="1372962" cy="1133447"/>
              </a:xfrm>
              <a:custGeom>
                <a:avLst/>
                <a:gdLst>
                  <a:gd name="connsiteX0" fmla="*/ 1372962 w 1372962"/>
                  <a:gd name="connsiteY0" fmla="*/ 42945 h 1133447"/>
                  <a:gd name="connsiteX1" fmla="*/ 1372962 w 1372962"/>
                  <a:gd name="connsiteY1" fmla="*/ 1133447 h 1133447"/>
                  <a:gd name="connsiteX2" fmla="*/ 641 w 1372962"/>
                  <a:gd name="connsiteY2" fmla="*/ 1133447 h 1133447"/>
                  <a:gd name="connsiteX3" fmla="*/ 641 w 1372962"/>
                  <a:gd name="connsiteY3" fmla="*/ 174771 h 1133447"/>
                  <a:gd name="connsiteX4" fmla="*/ 0 w 1372962"/>
                  <a:gd name="connsiteY4" fmla="*/ 174771 h 1133447"/>
                  <a:gd name="connsiteX5" fmla="*/ 0 w 1372962"/>
                  <a:gd name="connsiteY5" fmla="*/ 52344 h 1133447"/>
                  <a:gd name="connsiteX6" fmla="*/ 1282 w 1372962"/>
                  <a:gd name="connsiteY6" fmla="*/ 52344 h 1133447"/>
                  <a:gd name="connsiteX7" fmla="*/ 0 w 1372962"/>
                  <a:gd name="connsiteY7" fmla="*/ 42945 h 1133447"/>
                  <a:gd name="connsiteX8" fmla="*/ 42945 w 1372962"/>
                  <a:gd name="connsiteY8" fmla="*/ 0 h 1133447"/>
                  <a:gd name="connsiteX9" fmla="*/ 1330017 w 1372962"/>
                  <a:gd name="connsiteY9" fmla="*/ 0 h 1133447"/>
                  <a:gd name="connsiteX10" fmla="*/ 1372962 w 1372962"/>
                  <a:gd name="connsiteY10" fmla="*/ 42945 h 1133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962" h="1133447">
                    <a:moveTo>
                      <a:pt x="1372962" y="42945"/>
                    </a:moveTo>
                    <a:lnTo>
                      <a:pt x="1372962" y="1133447"/>
                    </a:lnTo>
                    <a:lnTo>
                      <a:pt x="641" y="1133447"/>
                    </a:lnTo>
                    <a:lnTo>
                      <a:pt x="641" y="174771"/>
                    </a:lnTo>
                    <a:lnTo>
                      <a:pt x="0" y="174771"/>
                    </a:lnTo>
                    <a:lnTo>
                      <a:pt x="0" y="52344"/>
                    </a:lnTo>
                    <a:lnTo>
                      <a:pt x="1282" y="52344"/>
                    </a:lnTo>
                    <a:cubicBezTo>
                      <a:pt x="429" y="49357"/>
                      <a:pt x="0" y="46147"/>
                      <a:pt x="0" y="42945"/>
                    </a:cubicBezTo>
                    <a:cubicBezTo>
                      <a:pt x="0" y="19227"/>
                      <a:pt x="19230" y="0"/>
                      <a:pt x="42945" y="0"/>
                    </a:cubicBezTo>
                    <a:lnTo>
                      <a:pt x="1330017" y="0"/>
                    </a:lnTo>
                    <a:cubicBezTo>
                      <a:pt x="1353733" y="0"/>
                      <a:pt x="1372962" y="19227"/>
                      <a:pt x="1372962" y="42945"/>
                    </a:cubicBezTo>
                    <a:close/>
                  </a:path>
                </a:pathLst>
              </a:custGeom>
              <a:solidFill>
                <a:srgbClr val="626143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6C21B85-3C3F-56F4-E41F-7D00DE47548F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936917"/>
              </a:xfrm>
              <a:custGeom>
                <a:avLst/>
                <a:gdLst>
                  <a:gd name="connsiteX0" fmla="*/ 0 w 1323251"/>
                  <a:gd name="connsiteY0" fmla="*/ 0 h 936917"/>
                  <a:gd name="connsiteX1" fmla="*/ 1323251 w 1323251"/>
                  <a:gd name="connsiteY1" fmla="*/ 0 h 936917"/>
                  <a:gd name="connsiteX2" fmla="*/ 1323251 w 1323251"/>
                  <a:gd name="connsiteY2" fmla="*/ 936918 h 936917"/>
                  <a:gd name="connsiteX3" fmla="*/ 0 w 1323251"/>
                  <a:gd name="connsiteY3" fmla="*/ 936918 h 93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93691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936918"/>
                    </a:lnTo>
                    <a:lnTo>
                      <a:pt x="0" y="936918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4CE1511-43BB-E21C-7C5A-ECBA78FBDC49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55677"/>
              </a:xfrm>
              <a:custGeom>
                <a:avLst/>
                <a:gdLst>
                  <a:gd name="connsiteX0" fmla="*/ 0 w 1323251"/>
                  <a:gd name="connsiteY0" fmla="*/ 0 h 55677"/>
                  <a:gd name="connsiteX1" fmla="*/ 1323251 w 1323251"/>
                  <a:gd name="connsiteY1" fmla="*/ 0 h 55677"/>
                  <a:gd name="connsiteX2" fmla="*/ 1323251 w 1323251"/>
                  <a:gd name="connsiteY2" fmla="*/ 55677 h 55677"/>
                  <a:gd name="connsiteX3" fmla="*/ 0 w 1323251"/>
                  <a:gd name="connsiteY3" fmla="*/ 55677 h 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5567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55677"/>
                    </a:lnTo>
                    <a:lnTo>
                      <a:pt x="0" y="55677"/>
                    </a:lnTo>
                    <a:close/>
                  </a:path>
                </a:pathLst>
              </a:custGeom>
              <a:solidFill>
                <a:srgbClr val="040000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34" name="Graphic 31">
                <a:extLst>
                  <a:ext uri="{FF2B5EF4-FFF2-40B4-BE49-F238E27FC236}">
                    <a16:creationId xmlns:a16="http://schemas.microsoft.com/office/drawing/2014/main" id="{9585CA60-BE95-FDF4-305E-C02FC7EBA900}"/>
                  </a:ext>
                </a:extLst>
              </p:cNvPr>
              <p:cNvGrpSpPr/>
              <p:nvPr/>
            </p:nvGrpSpPr>
            <p:grpSpPr>
              <a:xfrm>
                <a:off x="653181" y="2994065"/>
                <a:ext cx="301976" cy="69307"/>
                <a:chOff x="653181" y="2994065"/>
                <a:chExt cx="301976" cy="69307"/>
              </a:xfrm>
            </p:grpSpPr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71B306F8-B058-AAD0-0595-C166A21E609E}"/>
                    </a:ext>
                  </a:extLst>
                </p:cNvPr>
                <p:cNvSpPr/>
                <p:nvPr/>
              </p:nvSpPr>
              <p:spPr>
                <a:xfrm>
                  <a:off x="890044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7EC1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6CBA4044-49CA-ACFB-22AD-7D32F4473BBD}"/>
                    </a:ext>
                  </a:extLst>
                </p:cNvPr>
                <p:cNvSpPr/>
                <p:nvPr/>
              </p:nvSpPr>
              <p:spPr>
                <a:xfrm>
                  <a:off x="771612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E8CF5F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E1C1CCC3-6B5B-E078-7AD2-6426EA6106BA}"/>
                    </a:ext>
                  </a:extLst>
                </p:cNvPr>
                <p:cNvSpPr/>
                <p:nvPr/>
              </p:nvSpPr>
              <p:spPr>
                <a:xfrm>
                  <a:off x="653181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D3566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35" name="Graphic 31">
                <a:extLst>
                  <a:ext uri="{FF2B5EF4-FFF2-40B4-BE49-F238E27FC236}">
                    <a16:creationId xmlns:a16="http://schemas.microsoft.com/office/drawing/2014/main" id="{1778C5BD-EE62-CBAA-1B44-EE0979B27FEA}"/>
                  </a:ext>
                </a:extLst>
              </p:cNvPr>
              <p:cNvGrpSpPr/>
              <p:nvPr/>
            </p:nvGrpSpPr>
            <p:grpSpPr>
              <a:xfrm>
                <a:off x="729217" y="3760808"/>
                <a:ext cx="1106744" cy="171636"/>
                <a:chOff x="729217" y="3760808"/>
                <a:chExt cx="1106744" cy="171636"/>
              </a:xfrm>
            </p:grpSpPr>
            <p:grpSp>
              <p:nvGrpSpPr>
                <p:cNvPr id="41" name="Graphic 31">
                  <a:extLst>
                    <a:ext uri="{FF2B5EF4-FFF2-40B4-BE49-F238E27FC236}">
                      <a16:creationId xmlns:a16="http://schemas.microsoft.com/office/drawing/2014/main" id="{438EE837-FC57-C542-EFCD-1DE028A2BD62}"/>
                    </a:ext>
                  </a:extLst>
                </p:cNvPr>
                <p:cNvGrpSpPr/>
                <p:nvPr/>
              </p:nvGrpSpPr>
              <p:grpSpPr>
                <a:xfrm>
                  <a:off x="729217" y="3760808"/>
                  <a:ext cx="521974" cy="171636"/>
                  <a:chOff x="729217" y="3760808"/>
                  <a:chExt cx="521974" cy="171636"/>
                </a:xfrm>
              </p:grpSpPr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91E020A8-EC51-81D6-36EB-48D3C8799B61}"/>
                      </a:ext>
                    </a:extLst>
                  </p:cNvPr>
                  <p:cNvSpPr/>
                  <p:nvPr/>
                </p:nvSpPr>
                <p:spPr>
                  <a:xfrm>
                    <a:off x="729217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9" name="Graphic 31">
                    <a:extLst>
                      <a:ext uri="{FF2B5EF4-FFF2-40B4-BE49-F238E27FC236}">
                        <a16:creationId xmlns:a16="http://schemas.microsoft.com/office/drawing/2014/main" id="{004D901B-405A-3982-4108-62BF3EA5CC69}"/>
                      </a:ext>
                    </a:extLst>
                  </p:cNvPr>
                  <p:cNvGrpSpPr/>
                  <p:nvPr/>
                </p:nvGrpSpPr>
                <p:grpSpPr>
                  <a:xfrm>
                    <a:off x="967442" y="3767780"/>
                    <a:ext cx="283749" cy="152680"/>
                    <a:chOff x="967442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50" name="Freeform 49">
                      <a:extLst>
                        <a:ext uri="{FF2B5EF4-FFF2-40B4-BE49-F238E27FC236}">
                          <a16:creationId xmlns:a16="http://schemas.microsoft.com/office/drawing/2014/main" id="{27028BD3-13A2-3C1E-80D3-3A4F5CFEEE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1" name="Freeform 50">
                      <a:extLst>
                        <a:ext uri="{FF2B5EF4-FFF2-40B4-BE49-F238E27FC236}">
                          <a16:creationId xmlns:a16="http://schemas.microsoft.com/office/drawing/2014/main" id="{886E44AE-AA7F-7E93-F814-E75FA6A0D1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2" name="Freeform 51">
                      <a:extLst>
                        <a:ext uri="{FF2B5EF4-FFF2-40B4-BE49-F238E27FC236}">
                          <a16:creationId xmlns:a16="http://schemas.microsoft.com/office/drawing/2014/main" id="{66460571-D4C0-88BA-DD2E-21A32FD0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42" name="Graphic 31">
                  <a:extLst>
                    <a:ext uri="{FF2B5EF4-FFF2-40B4-BE49-F238E27FC236}">
                      <a16:creationId xmlns:a16="http://schemas.microsoft.com/office/drawing/2014/main" id="{35236DB7-1F5D-56A9-9092-6B6C01B987C0}"/>
                    </a:ext>
                  </a:extLst>
                </p:cNvPr>
                <p:cNvGrpSpPr/>
                <p:nvPr/>
              </p:nvGrpSpPr>
              <p:grpSpPr>
                <a:xfrm>
                  <a:off x="1313989" y="3760808"/>
                  <a:ext cx="521972" cy="171636"/>
                  <a:chOff x="1313989" y="3760808"/>
                  <a:chExt cx="521972" cy="171636"/>
                </a:xfrm>
              </p:grpSpPr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806D2A0B-9B16-26F5-29AC-9F7769BA1536}"/>
                      </a:ext>
                    </a:extLst>
                  </p:cNvPr>
                  <p:cNvSpPr/>
                  <p:nvPr/>
                </p:nvSpPr>
                <p:spPr>
                  <a:xfrm>
                    <a:off x="1313989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4" name="Graphic 31">
                    <a:extLst>
                      <a:ext uri="{FF2B5EF4-FFF2-40B4-BE49-F238E27FC236}">
                        <a16:creationId xmlns:a16="http://schemas.microsoft.com/office/drawing/2014/main" id="{962CD9D3-812D-16B1-76B7-2B001143D068}"/>
                      </a:ext>
                    </a:extLst>
                  </p:cNvPr>
                  <p:cNvGrpSpPr/>
                  <p:nvPr/>
                </p:nvGrpSpPr>
                <p:grpSpPr>
                  <a:xfrm>
                    <a:off x="1552211" y="3767780"/>
                    <a:ext cx="283749" cy="152680"/>
                    <a:chOff x="1552211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45" name="Freeform 44">
                      <a:extLst>
                        <a:ext uri="{FF2B5EF4-FFF2-40B4-BE49-F238E27FC236}">
                          <a16:creationId xmlns:a16="http://schemas.microsoft.com/office/drawing/2014/main" id="{82CD595E-B6A0-08E7-05B7-621702F47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6" name="Freeform 45">
                      <a:extLst>
                        <a:ext uri="{FF2B5EF4-FFF2-40B4-BE49-F238E27FC236}">
                          <a16:creationId xmlns:a16="http://schemas.microsoft.com/office/drawing/2014/main" id="{400B265C-7826-60FC-FF9A-06C199F57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7" name="Freeform 46">
                      <a:extLst>
                        <a:ext uri="{FF2B5EF4-FFF2-40B4-BE49-F238E27FC236}">
                          <a16:creationId xmlns:a16="http://schemas.microsoft.com/office/drawing/2014/main" id="{7B0C79F3-DA9E-458D-A507-1E75B8FB3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36" name="Graphic 31">
                <a:extLst>
                  <a:ext uri="{FF2B5EF4-FFF2-40B4-BE49-F238E27FC236}">
                    <a16:creationId xmlns:a16="http://schemas.microsoft.com/office/drawing/2014/main" id="{0727D009-7E5D-4711-0504-03BF1807AB47}"/>
                  </a:ext>
                </a:extLst>
              </p:cNvPr>
              <p:cNvGrpSpPr/>
              <p:nvPr/>
            </p:nvGrpSpPr>
            <p:grpSpPr>
              <a:xfrm>
                <a:off x="1444452" y="3178286"/>
                <a:ext cx="428074" cy="54470"/>
                <a:chOff x="1444452" y="3178286"/>
                <a:chExt cx="428074" cy="54470"/>
              </a:xfrm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8289A65D-240E-D826-42F5-4E1382031392}"/>
                    </a:ext>
                  </a:extLst>
                </p:cNvPr>
                <p:cNvSpPr/>
                <p:nvPr/>
              </p:nvSpPr>
              <p:spPr>
                <a:xfrm>
                  <a:off x="178428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71C6CB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18F6AAB6-B8FB-49E4-B636-79DB2D5D8C9B}"/>
                    </a:ext>
                  </a:extLst>
                </p:cNvPr>
                <p:cNvSpPr/>
                <p:nvPr/>
              </p:nvSpPr>
              <p:spPr>
                <a:xfrm>
                  <a:off x="1671004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8DA80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1CEE12BF-EC6A-6B02-3801-048D8CDE57C5}"/>
                    </a:ext>
                  </a:extLst>
                </p:cNvPr>
                <p:cNvSpPr/>
                <p:nvPr/>
              </p:nvSpPr>
              <p:spPr>
                <a:xfrm>
                  <a:off x="1557730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99C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E379B1E-DAA8-D860-509C-FF8BD295FB9B}"/>
                    </a:ext>
                  </a:extLst>
                </p:cNvPr>
                <p:cNvSpPr/>
                <p:nvPr/>
              </p:nvSpPr>
              <p:spPr>
                <a:xfrm>
                  <a:off x="144445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64898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6CFCEB9-FDAD-2B42-86A8-94D89AEE39A3}"/>
                </a:ext>
              </a:extLst>
            </p:cNvPr>
            <p:cNvSpPr/>
            <p:nvPr/>
          </p:nvSpPr>
          <p:spPr>
            <a:xfrm>
              <a:off x="729217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6CF845E-1276-0427-FE49-67F8D314F622}"/>
                </a:ext>
              </a:extLst>
            </p:cNvPr>
            <p:cNvSpPr/>
            <p:nvPr/>
          </p:nvSpPr>
          <p:spPr>
            <a:xfrm>
              <a:off x="967442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8A65C02-9B35-7BDE-E226-54A7CC8C43ED}"/>
                </a:ext>
              </a:extLst>
            </p:cNvPr>
            <p:cNvSpPr/>
            <p:nvPr/>
          </p:nvSpPr>
          <p:spPr>
            <a:xfrm>
              <a:off x="967442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A150A8-5228-EA01-2A99-CEB027FB1A93}"/>
                </a:ext>
              </a:extLst>
            </p:cNvPr>
            <p:cNvSpPr/>
            <p:nvPr/>
          </p:nvSpPr>
          <p:spPr>
            <a:xfrm>
              <a:off x="967442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0CB25DC-88EF-EA69-478E-8836FC345D20}"/>
                </a:ext>
              </a:extLst>
            </p:cNvPr>
            <p:cNvSpPr/>
            <p:nvPr/>
          </p:nvSpPr>
          <p:spPr>
            <a:xfrm>
              <a:off x="1313989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FDB632C-4C86-A017-397D-6366B6EB681E}"/>
                </a:ext>
              </a:extLst>
            </p:cNvPr>
            <p:cNvSpPr/>
            <p:nvPr/>
          </p:nvSpPr>
          <p:spPr>
            <a:xfrm>
              <a:off x="1552211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2170300-B0FE-F5A8-9AAC-61B750B130D2}"/>
                </a:ext>
              </a:extLst>
            </p:cNvPr>
            <p:cNvSpPr/>
            <p:nvPr/>
          </p:nvSpPr>
          <p:spPr>
            <a:xfrm>
              <a:off x="1552211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D8DC65B-210D-2EC4-4BD7-ED2A82647FE8}"/>
                </a:ext>
              </a:extLst>
            </p:cNvPr>
            <p:cNvSpPr/>
            <p:nvPr/>
          </p:nvSpPr>
          <p:spPr>
            <a:xfrm>
              <a:off x="1552211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D5C4F2-CD05-DD1D-437B-B3E75D898635}"/>
                </a:ext>
              </a:extLst>
            </p:cNvPr>
            <p:cNvSpPr txBox="1"/>
            <p:nvPr/>
          </p:nvSpPr>
          <p:spPr>
            <a:xfrm>
              <a:off x="1227114" y="2905559"/>
              <a:ext cx="637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DIMMT</a:t>
              </a:r>
            </a:p>
          </p:txBody>
        </p:sp>
      </p:grpSp>
      <p:grpSp>
        <p:nvGrpSpPr>
          <p:cNvPr id="56" name="Graphic 84">
            <a:extLst>
              <a:ext uri="{FF2B5EF4-FFF2-40B4-BE49-F238E27FC236}">
                <a16:creationId xmlns:a16="http://schemas.microsoft.com/office/drawing/2014/main" id="{339B33CB-65E3-D229-C951-69DD461C1464}"/>
              </a:ext>
            </a:extLst>
          </p:cNvPr>
          <p:cNvGrpSpPr/>
          <p:nvPr/>
        </p:nvGrpSpPr>
        <p:grpSpPr>
          <a:xfrm>
            <a:off x="1924839" y="1748805"/>
            <a:ext cx="876332" cy="663149"/>
            <a:chOff x="2107207" y="2553731"/>
            <a:chExt cx="1168442" cy="88419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92E6582-E20A-5081-106E-4603D7D337BE}"/>
                </a:ext>
              </a:extLst>
            </p:cNvPr>
            <p:cNvSpPr/>
            <p:nvPr/>
          </p:nvSpPr>
          <p:spPr>
            <a:xfrm>
              <a:off x="2107207" y="2553731"/>
              <a:ext cx="1168442" cy="884198"/>
            </a:xfrm>
            <a:custGeom>
              <a:avLst/>
              <a:gdLst>
                <a:gd name="connsiteX0" fmla="*/ 1168442 w 1168442"/>
                <a:gd name="connsiteY0" fmla="*/ 33501 h 884198"/>
                <a:gd name="connsiteX1" fmla="*/ 1168442 w 1168442"/>
                <a:gd name="connsiteY1" fmla="*/ 884198 h 884198"/>
                <a:gd name="connsiteX2" fmla="*/ 545 w 1168442"/>
                <a:gd name="connsiteY2" fmla="*/ 884198 h 884198"/>
                <a:gd name="connsiteX3" fmla="*/ 545 w 1168442"/>
                <a:gd name="connsiteY3" fmla="*/ 136338 h 884198"/>
                <a:gd name="connsiteX4" fmla="*/ 0 w 1168442"/>
                <a:gd name="connsiteY4" fmla="*/ 136338 h 884198"/>
                <a:gd name="connsiteX5" fmla="*/ 0 w 1168442"/>
                <a:gd name="connsiteY5" fmla="*/ 40834 h 884198"/>
                <a:gd name="connsiteX6" fmla="*/ 1091 w 1168442"/>
                <a:gd name="connsiteY6" fmla="*/ 40834 h 884198"/>
                <a:gd name="connsiteX7" fmla="*/ 0 w 1168442"/>
                <a:gd name="connsiteY7" fmla="*/ 33501 h 884198"/>
                <a:gd name="connsiteX8" fmla="*/ 36548 w 1168442"/>
                <a:gd name="connsiteY8" fmla="*/ 0 h 884198"/>
                <a:gd name="connsiteX9" fmla="*/ 1131894 w 1168442"/>
                <a:gd name="connsiteY9" fmla="*/ 0 h 884198"/>
                <a:gd name="connsiteX10" fmla="*/ 1168442 w 1168442"/>
                <a:gd name="connsiteY10" fmla="*/ 33501 h 88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8442" h="884198">
                  <a:moveTo>
                    <a:pt x="1168442" y="33501"/>
                  </a:moveTo>
                  <a:lnTo>
                    <a:pt x="1168442" y="884198"/>
                  </a:lnTo>
                  <a:lnTo>
                    <a:pt x="545" y="884198"/>
                  </a:lnTo>
                  <a:lnTo>
                    <a:pt x="545" y="136338"/>
                  </a:lnTo>
                  <a:lnTo>
                    <a:pt x="0" y="136338"/>
                  </a:lnTo>
                  <a:lnTo>
                    <a:pt x="0" y="40834"/>
                  </a:lnTo>
                  <a:lnTo>
                    <a:pt x="1091" y="40834"/>
                  </a:lnTo>
                  <a:cubicBezTo>
                    <a:pt x="365" y="38503"/>
                    <a:pt x="0" y="35999"/>
                    <a:pt x="0" y="33501"/>
                  </a:cubicBezTo>
                  <a:cubicBezTo>
                    <a:pt x="0" y="14999"/>
                    <a:pt x="16365" y="0"/>
                    <a:pt x="36548" y="0"/>
                  </a:cubicBezTo>
                  <a:lnTo>
                    <a:pt x="1131894" y="0"/>
                  </a:lnTo>
                  <a:cubicBezTo>
                    <a:pt x="1152077" y="0"/>
                    <a:pt x="1168442" y="14999"/>
                    <a:pt x="1168442" y="33501"/>
                  </a:cubicBezTo>
                  <a:close/>
                </a:path>
              </a:pathLst>
            </a:custGeom>
            <a:solidFill>
              <a:srgbClr val="50555B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EEF1084-E0CA-DDC0-F2E1-EFDD28FD1CF6}"/>
                </a:ext>
              </a:extLst>
            </p:cNvPr>
            <p:cNvSpPr/>
            <p:nvPr/>
          </p:nvSpPr>
          <p:spPr>
            <a:xfrm>
              <a:off x="2128359" y="2684845"/>
              <a:ext cx="1126136" cy="730886"/>
            </a:xfrm>
            <a:custGeom>
              <a:avLst/>
              <a:gdLst>
                <a:gd name="connsiteX0" fmla="*/ 0 w 1126136"/>
                <a:gd name="connsiteY0" fmla="*/ 0 h 730886"/>
                <a:gd name="connsiteX1" fmla="*/ 1126136 w 1126136"/>
                <a:gd name="connsiteY1" fmla="*/ 0 h 730886"/>
                <a:gd name="connsiteX2" fmla="*/ 1126136 w 1126136"/>
                <a:gd name="connsiteY2" fmla="*/ 730886 h 730886"/>
                <a:gd name="connsiteX3" fmla="*/ 0 w 1126136"/>
                <a:gd name="connsiteY3" fmla="*/ 730886 h 73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136" h="730886">
                  <a:moveTo>
                    <a:pt x="0" y="0"/>
                  </a:moveTo>
                  <a:lnTo>
                    <a:pt x="1126136" y="0"/>
                  </a:lnTo>
                  <a:lnTo>
                    <a:pt x="1126136" y="730886"/>
                  </a:lnTo>
                  <a:lnTo>
                    <a:pt x="0" y="730886"/>
                  </a:lnTo>
                  <a:close/>
                </a:path>
              </a:pathLst>
            </a:custGeom>
            <a:solidFill>
              <a:srgbClr val="FFFFFF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1F60A8B-0BB0-971B-0BA8-DFC84F0C34BB}"/>
                </a:ext>
              </a:extLst>
            </p:cNvPr>
            <p:cNvSpPr/>
            <p:nvPr/>
          </p:nvSpPr>
          <p:spPr>
            <a:xfrm>
              <a:off x="2128359" y="2684845"/>
              <a:ext cx="1126136" cy="43433"/>
            </a:xfrm>
            <a:custGeom>
              <a:avLst/>
              <a:gdLst>
                <a:gd name="connsiteX0" fmla="*/ 0 w 1126136"/>
                <a:gd name="connsiteY0" fmla="*/ 0 h 43433"/>
                <a:gd name="connsiteX1" fmla="*/ 1126136 w 1126136"/>
                <a:gd name="connsiteY1" fmla="*/ 0 h 43433"/>
                <a:gd name="connsiteX2" fmla="*/ 1126136 w 1126136"/>
                <a:gd name="connsiteY2" fmla="*/ 43434 h 43433"/>
                <a:gd name="connsiteX3" fmla="*/ 0 w 1126136"/>
                <a:gd name="connsiteY3" fmla="*/ 43434 h 4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136" h="43433">
                  <a:moveTo>
                    <a:pt x="0" y="0"/>
                  </a:moveTo>
                  <a:lnTo>
                    <a:pt x="1126136" y="0"/>
                  </a:lnTo>
                  <a:lnTo>
                    <a:pt x="1126136" y="43434"/>
                  </a:lnTo>
                  <a:lnTo>
                    <a:pt x="0" y="43434"/>
                  </a:lnTo>
                  <a:close/>
                </a:path>
              </a:pathLst>
            </a:custGeom>
            <a:solidFill>
              <a:srgbClr val="191919">
                <a:alpha val="6000"/>
              </a:srgbClr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grpSp>
          <p:nvGrpSpPr>
            <p:cNvPr id="60" name="Graphic 84">
              <a:extLst>
                <a:ext uri="{FF2B5EF4-FFF2-40B4-BE49-F238E27FC236}">
                  <a16:creationId xmlns:a16="http://schemas.microsoft.com/office/drawing/2014/main" id="{774FAEEC-D49D-A5DF-A23D-0BA8F63B0A4F}"/>
                </a:ext>
              </a:extLst>
            </p:cNvPr>
            <p:cNvGrpSpPr/>
            <p:nvPr/>
          </p:nvGrpSpPr>
          <p:grpSpPr>
            <a:xfrm>
              <a:off x="2650053" y="2796328"/>
              <a:ext cx="512396" cy="274492"/>
              <a:chOff x="2650053" y="2796328"/>
              <a:chExt cx="512396" cy="274492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A3519CCD-20F8-C8C4-C96E-AD8A79D02D99}"/>
                  </a:ext>
                </a:extLst>
              </p:cNvPr>
              <p:cNvSpPr/>
              <p:nvPr/>
            </p:nvSpPr>
            <p:spPr>
              <a:xfrm>
                <a:off x="2650053" y="2796328"/>
                <a:ext cx="512396" cy="209478"/>
              </a:xfrm>
              <a:custGeom>
                <a:avLst/>
                <a:gdLst>
                  <a:gd name="connsiteX0" fmla="*/ 512396 w 512396"/>
                  <a:gd name="connsiteY0" fmla="*/ 0 h 209478"/>
                  <a:gd name="connsiteX1" fmla="*/ 512396 w 512396"/>
                  <a:gd name="connsiteY1" fmla="*/ 129797 h 209478"/>
                  <a:gd name="connsiteX2" fmla="*/ 417346 w 512396"/>
                  <a:gd name="connsiteY2" fmla="*/ 129797 h 209478"/>
                  <a:gd name="connsiteX3" fmla="*/ 322846 w 512396"/>
                  <a:gd name="connsiteY3" fmla="*/ 209479 h 209478"/>
                  <a:gd name="connsiteX4" fmla="*/ 167895 w 512396"/>
                  <a:gd name="connsiteY4" fmla="*/ 78851 h 209478"/>
                  <a:gd name="connsiteX5" fmla="*/ 81074 w 512396"/>
                  <a:gd name="connsiteY5" fmla="*/ 152030 h 209478"/>
                  <a:gd name="connsiteX6" fmla="*/ 0 w 512396"/>
                  <a:gd name="connsiteY6" fmla="*/ 152030 h 209478"/>
                  <a:gd name="connsiteX7" fmla="*/ 0 w 512396"/>
                  <a:gd name="connsiteY7" fmla="*/ 0 h 20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2396" h="209478">
                    <a:moveTo>
                      <a:pt x="512396" y="0"/>
                    </a:moveTo>
                    <a:lnTo>
                      <a:pt x="512396" y="129797"/>
                    </a:lnTo>
                    <a:lnTo>
                      <a:pt x="417346" y="129797"/>
                    </a:lnTo>
                    <a:lnTo>
                      <a:pt x="322846" y="209479"/>
                    </a:lnTo>
                    <a:lnTo>
                      <a:pt x="167895" y="78851"/>
                    </a:lnTo>
                    <a:lnTo>
                      <a:pt x="81074" y="152030"/>
                    </a:lnTo>
                    <a:lnTo>
                      <a:pt x="0" y="1520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CAE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B900CE60-1E6B-D728-6628-8E54EE6C54F0}"/>
                  </a:ext>
                </a:extLst>
              </p:cNvPr>
              <p:cNvSpPr/>
              <p:nvPr/>
            </p:nvSpPr>
            <p:spPr>
              <a:xfrm>
                <a:off x="2650053" y="2875179"/>
                <a:ext cx="512396" cy="195641"/>
              </a:xfrm>
              <a:custGeom>
                <a:avLst/>
                <a:gdLst>
                  <a:gd name="connsiteX0" fmla="*/ 512396 w 512396"/>
                  <a:gd name="connsiteY0" fmla="*/ 50946 h 195641"/>
                  <a:gd name="connsiteX1" fmla="*/ 512396 w 512396"/>
                  <a:gd name="connsiteY1" fmla="*/ 195641 h 195641"/>
                  <a:gd name="connsiteX2" fmla="*/ 0 w 512396"/>
                  <a:gd name="connsiteY2" fmla="*/ 195641 h 195641"/>
                  <a:gd name="connsiteX3" fmla="*/ 0 w 512396"/>
                  <a:gd name="connsiteY3" fmla="*/ 73178 h 195641"/>
                  <a:gd name="connsiteX4" fmla="*/ 81074 w 512396"/>
                  <a:gd name="connsiteY4" fmla="*/ 73178 h 195641"/>
                  <a:gd name="connsiteX5" fmla="*/ 167895 w 512396"/>
                  <a:gd name="connsiteY5" fmla="*/ 0 h 195641"/>
                  <a:gd name="connsiteX6" fmla="*/ 322846 w 512396"/>
                  <a:gd name="connsiteY6" fmla="*/ 130628 h 195641"/>
                  <a:gd name="connsiteX7" fmla="*/ 417346 w 512396"/>
                  <a:gd name="connsiteY7" fmla="*/ 50946 h 195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2396" h="195641">
                    <a:moveTo>
                      <a:pt x="512396" y="50946"/>
                    </a:moveTo>
                    <a:lnTo>
                      <a:pt x="512396" y="195641"/>
                    </a:lnTo>
                    <a:lnTo>
                      <a:pt x="0" y="195641"/>
                    </a:lnTo>
                    <a:lnTo>
                      <a:pt x="0" y="73178"/>
                    </a:lnTo>
                    <a:lnTo>
                      <a:pt x="81074" y="73178"/>
                    </a:lnTo>
                    <a:lnTo>
                      <a:pt x="167895" y="0"/>
                    </a:lnTo>
                    <a:lnTo>
                      <a:pt x="322846" y="130628"/>
                    </a:lnTo>
                    <a:lnTo>
                      <a:pt x="417346" y="50946"/>
                    </a:lnTo>
                    <a:close/>
                  </a:path>
                </a:pathLst>
              </a:custGeom>
              <a:solidFill>
                <a:srgbClr val="F4A891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5E4CA212-52FE-D099-58FD-02DACE86FCF0}"/>
                  </a:ext>
                </a:extLst>
              </p:cNvPr>
              <p:cNvSpPr/>
              <p:nvPr/>
            </p:nvSpPr>
            <p:spPr>
              <a:xfrm>
                <a:off x="2650053" y="2864090"/>
                <a:ext cx="512396" cy="154194"/>
              </a:xfrm>
              <a:custGeom>
                <a:avLst/>
                <a:gdLst>
                  <a:gd name="connsiteX0" fmla="*/ 512396 w 512396"/>
                  <a:gd name="connsiteY0" fmla="*/ 54391 h 154194"/>
                  <a:gd name="connsiteX1" fmla="*/ 512396 w 512396"/>
                  <a:gd name="connsiteY1" fmla="*/ 71067 h 154194"/>
                  <a:gd name="connsiteX2" fmla="*/ 421929 w 512396"/>
                  <a:gd name="connsiteY2" fmla="*/ 71067 h 154194"/>
                  <a:gd name="connsiteX3" fmla="*/ 323040 w 512396"/>
                  <a:gd name="connsiteY3" fmla="*/ 154195 h 154194"/>
                  <a:gd name="connsiteX4" fmla="*/ 167635 w 512396"/>
                  <a:gd name="connsiteY4" fmla="*/ 23569 h 154194"/>
                  <a:gd name="connsiteX5" fmla="*/ 84657 w 512396"/>
                  <a:gd name="connsiteY5" fmla="*/ 93300 h 154194"/>
                  <a:gd name="connsiteX6" fmla="*/ 0 w 512396"/>
                  <a:gd name="connsiteY6" fmla="*/ 93300 h 154194"/>
                  <a:gd name="connsiteX7" fmla="*/ 0 w 512396"/>
                  <a:gd name="connsiteY7" fmla="*/ 76626 h 154194"/>
                  <a:gd name="connsiteX8" fmla="*/ 76428 w 512396"/>
                  <a:gd name="connsiteY8" fmla="*/ 76626 h 154194"/>
                  <a:gd name="connsiteX9" fmla="*/ 167635 w 512396"/>
                  <a:gd name="connsiteY9" fmla="*/ 0 h 154194"/>
                  <a:gd name="connsiteX10" fmla="*/ 323040 w 512396"/>
                  <a:gd name="connsiteY10" fmla="*/ 130625 h 154194"/>
                  <a:gd name="connsiteX11" fmla="*/ 413699 w 512396"/>
                  <a:gd name="connsiteY11" fmla="*/ 54391 h 15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2396" h="154194">
                    <a:moveTo>
                      <a:pt x="512396" y="54391"/>
                    </a:moveTo>
                    <a:lnTo>
                      <a:pt x="512396" y="71067"/>
                    </a:lnTo>
                    <a:lnTo>
                      <a:pt x="421929" y="71067"/>
                    </a:lnTo>
                    <a:lnTo>
                      <a:pt x="323040" y="154195"/>
                    </a:lnTo>
                    <a:lnTo>
                      <a:pt x="167635" y="23569"/>
                    </a:lnTo>
                    <a:lnTo>
                      <a:pt x="84657" y="93300"/>
                    </a:lnTo>
                    <a:lnTo>
                      <a:pt x="0" y="93300"/>
                    </a:lnTo>
                    <a:lnTo>
                      <a:pt x="0" y="76626"/>
                    </a:lnTo>
                    <a:lnTo>
                      <a:pt x="76428" y="76626"/>
                    </a:lnTo>
                    <a:lnTo>
                      <a:pt x="167635" y="0"/>
                    </a:lnTo>
                    <a:lnTo>
                      <a:pt x="323040" y="130625"/>
                    </a:lnTo>
                    <a:lnTo>
                      <a:pt x="413699" y="54391"/>
                    </a:lnTo>
                    <a:close/>
                  </a:path>
                </a:pathLst>
              </a:custGeom>
              <a:solidFill>
                <a:srgbClr val="FBFAD5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51D7DB07-5A04-93F3-C4EB-A75A2DF8F669}"/>
                  </a:ext>
                </a:extLst>
              </p:cNvPr>
              <p:cNvSpPr/>
              <p:nvPr/>
            </p:nvSpPr>
            <p:spPr>
              <a:xfrm>
                <a:off x="2801955" y="2865569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D0880871-3E96-2580-516D-A0EFAF463693}"/>
                  </a:ext>
                </a:extLst>
              </p:cNvPr>
              <p:cNvSpPr/>
              <p:nvPr/>
            </p:nvSpPr>
            <p:spPr>
              <a:xfrm>
                <a:off x="3049153" y="2909794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F70CE60C-1EB9-39C0-D4B3-A93FB0135548}"/>
                  </a:ext>
                </a:extLst>
              </p:cNvPr>
              <p:cNvSpPr/>
              <p:nvPr/>
            </p:nvSpPr>
            <p:spPr>
              <a:xfrm>
                <a:off x="2954455" y="2988856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1ECC342A-B367-D380-D7DD-93B52C9C4E79}"/>
                  </a:ext>
                </a:extLst>
              </p:cNvPr>
              <p:cNvSpPr/>
              <p:nvPr/>
            </p:nvSpPr>
            <p:spPr>
              <a:xfrm>
                <a:off x="2714815" y="2927501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  <p:grpSp>
          <p:nvGrpSpPr>
            <p:cNvPr id="61" name="Graphic 84">
              <a:extLst>
                <a:ext uri="{FF2B5EF4-FFF2-40B4-BE49-F238E27FC236}">
                  <a16:creationId xmlns:a16="http://schemas.microsoft.com/office/drawing/2014/main" id="{9CAC7FDF-8594-D34C-3DA2-9DA1BB02D49E}"/>
                </a:ext>
              </a:extLst>
            </p:cNvPr>
            <p:cNvGrpSpPr/>
            <p:nvPr/>
          </p:nvGrpSpPr>
          <p:grpSpPr>
            <a:xfrm>
              <a:off x="2165044" y="2594807"/>
              <a:ext cx="256993" cy="54066"/>
              <a:chOff x="2165044" y="2594807"/>
              <a:chExt cx="256993" cy="54066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5566C418-8D30-5629-C437-E07159B7AFB1}"/>
                  </a:ext>
                </a:extLst>
              </p:cNvPr>
              <p:cNvSpPr/>
              <p:nvPr/>
            </p:nvSpPr>
            <p:spPr>
              <a:xfrm>
                <a:off x="2366623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97CB78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1CEC0215-9806-F19E-3102-5144873CE148}"/>
                  </a:ext>
                </a:extLst>
              </p:cNvPr>
              <p:cNvSpPr/>
              <p:nvPr/>
            </p:nvSpPr>
            <p:spPr>
              <a:xfrm>
                <a:off x="2265834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F7E778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A14EFEFC-2891-C837-BC52-4875C2FCECC6}"/>
                  </a:ext>
                </a:extLst>
              </p:cNvPr>
              <p:cNvSpPr/>
              <p:nvPr/>
            </p:nvSpPr>
            <p:spPr>
              <a:xfrm>
                <a:off x="2165044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EB6D81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  <p:grpSp>
          <p:nvGrpSpPr>
            <p:cNvPr id="62" name="Graphic 84">
              <a:extLst>
                <a:ext uri="{FF2B5EF4-FFF2-40B4-BE49-F238E27FC236}">
                  <a16:creationId xmlns:a16="http://schemas.microsoft.com/office/drawing/2014/main" id="{2356E76F-2095-7B86-45BA-F3A0A72E6AFA}"/>
                </a:ext>
              </a:extLst>
            </p:cNvPr>
            <p:cNvGrpSpPr/>
            <p:nvPr/>
          </p:nvGrpSpPr>
          <p:grpSpPr>
            <a:xfrm>
              <a:off x="2229754" y="3192940"/>
              <a:ext cx="941880" cy="133892"/>
              <a:chOff x="2229754" y="3192940"/>
              <a:chExt cx="941880" cy="133892"/>
            </a:xfrm>
          </p:grpSpPr>
          <p:grpSp>
            <p:nvGrpSpPr>
              <p:cNvPr id="68" name="Graphic 84">
                <a:extLst>
                  <a:ext uri="{FF2B5EF4-FFF2-40B4-BE49-F238E27FC236}">
                    <a16:creationId xmlns:a16="http://schemas.microsoft.com/office/drawing/2014/main" id="{F3DA38EC-8D0F-3F5E-CA66-4E48E9D886DD}"/>
                  </a:ext>
                </a:extLst>
              </p:cNvPr>
              <p:cNvGrpSpPr/>
              <p:nvPr/>
            </p:nvGrpSpPr>
            <p:grpSpPr>
              <a:xfrm>
                <a:off x="2229754" y="3192940"/>
                <a:ext cx="444220" cy="133892"/>
                <a:chOff x="2229754" y="3192940"/>
                <a:chExt cx="444220" cy="133892"/>
              </a:xfrm>
            </p:grpSpPr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9AF06DF3-2B5A-1AE8-B18C-68E0F23A426D}"/>
                    </a:ext>
                  </a:extLst>
                </p:cNvPr>
                <p:cNvSpPr/>
                <p:nvPr/>
              </p:nvSpPr>
              <p:spPr>
                <a:xfrm>
                  <a:off x="2229754" y="3192940"/>
                  <a:ext cx="174946" cy="133892"/>
                </a:xfrm>
                <a:custGeom>
                  <a:avLst/>
                  <a:gdLst>
                    <a:gd name="connsiteX0" fmla="*/ 0 w 174946"/>
                    <a:gd name="connsiteY0" fmla="*/ 0 h 133892"/>
                    <a:gd name="connsiteX1" fmla="*/ 174947 w 174946"/>
                    <a:gd name="connsiteY1" fmla="*/ 0 h 133892"/>
                    <a:gd name="connsiteX2" fmla="*/ 174947 w 174946"/>
                    <a:gd name="connsiteY2" fmla="*/ 133893 h 133892"/>
                    <a:gd name="connsiteX3" fmla="*/ 0 w 174946"/>
                    <a:gd name="connsiteY3" fmla="*/ 133893 h 133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46" h="133892">
                      <a:moveTo>
                        <a:pt x="0" y="0"/>
                      </a:moveTo>
                      <a:lnTo>
                        <a:pt x="174947" y="0"/>
                      </a:lnTo>
                      <a:lnTo>
                        <a:pt x="174947" y="133893"/>
                      </a:lnTo>
                      <a:lnTo>
                        <a:pt x="0" y="133893"/>
                      </a:lnTo>
                      <a:close/>
                    </a:path>
                  </a:pathLst>
                </a:custGeom>
                <a:solidFill>
                  <a:srgbClr val="95A8A5">
                    <a:alpha val="50000"/>
                  </a:srgbClr>
                </a:solidFill>
                <a:ln w="2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grpSp>
              <p:nvGrpSpPr>
                <p:cNvPr id="76" name="Graphic 84">
                  <a:extLst>
                    <a:ext uri="{FF2B5EF4-FFF2-40B4-BE49-F238E27FC236}">
                      <a16:creationId xmlns:a16="http://schemas.microsoft.com/office/drawing/2014/main" id="{77B50C05-755F-BB3B-ADA3-9675A12FFF09}"/>
                    </a:ext>
                  </a:extLst>
                </p:cNvPr>
                <p:cNvGrpSpPr/>
                <p:nvPr/>
              </p:nvGrpSpPr>
              <p:grpSpPr>
                <a:xfrm>
                  <a:off x="2432492" y="3198379"/>
                  <a:ext cx="241481" cy="119105"/>
                  <a:chOff x="2432492" y="3198379"/>
                  <a:chExt cx="241481" cy="119105"/>
                </a:xfrm>
                <a:solidFill>
                  <a:srgbClr val="95A8A5"/>
                </a:solidFill>
              </p:grpSpPr>
              <p:sp>
                <p:nvSpPr>
                  <p:cNvPr id="77" name="Freeform 76">
                    <a:extLst>
                      <a:ext uri="{FF2B5EF4-FFF2-40B4-BE49-F238E27FC236}">
                        <a16:creationId xmlns:a16="http://schemas.microsoft.com/office/drawing/2014/main" id="{D19351E4-F2EF-A80E-43E4-74DA66AC87B0}"/>
                      </a:ext>
                    </a:extLst>
                  </p:cNvPr>
                  <p:cNvSpPr/>
                  <p:nvPr/>
                </p:nvSpPr>
                <p:spPr>
                  <a:xfrm>
                    <a:off x="2432492" y="3299043"/>
                    <a:ext cx="116908" cy="18442"/>
                  </a:xfrm>
                  <a:custGeom>
                    <a:avLst/>
                    <a:gdLst>
                      <a:gd name="connsiteX0" fmla="*/ 0 w 116908"/>
                      <a:gd name="connsiteY0" fmla="*/ 0 h 18442"/>
                      <a:gd name="connsiteX1" fmla="*/ 116908 w 116908"/>
                      <a:gd name="connsiteY1" fmla="*/ 0 h 18442"/>
                      <a:gd name="connsiteX2" fmla="*/ 116908 w 116908"/>
                      <a:gd name="connsiteY2" fmla="*/ 18442 h 18442"/>
                      <a:gd name="connsiteX3" fmla="*/ 0 w 116908"/>
                      <a:gd name="connsiteY3" fmla="*/ 18442 h 18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908" h="18442">
                        <a:moveTo>
                          <a:pt x="0" y="0"/>
                        </a:moveTo>
                        <a:lnTo>
                          <a:pt x="116908" y="0"/>
                        </a:lnTo>
                        <a:lnTo>
                          <a:pt x="116908" y="18442"/>
                        </a:lnTo>
                        <a:lnTo>
                          <a:pt x="0" y="18442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78" name="Freeform 77">
                    <a:extLst>
                      <a:ext uri="{FF2B5EF4-FFF2-40B4-BE49-F238E27FC236}">
                        <a16:creationId xmlns:a16="http://schemas.microsoft.com/office/drawing/2014/main" id="{4E557065-7098-FEAF-BC3E-9929B809D805}"/>
                      </a:ext>
                    </a:extLst>
                  </p:cNvPr>
                  <p:cNvSpPr/>
                  <p:nvPr/>
                </p:nvSpPr>
                <p:spPr>
                  <a:xfrm>
                    <a:off x="2432492" y="3198379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79" name="Freeform 78">
                    <a:extLst>
                      <a:ext uri="{FF2B5EF4-FFF2-40B4-BE49-F238E27FC236}">
                        <a16:creationId xmlns:a16="http://schemas.microsoft.com/office/drawing/2014/main" id="{9BB879C4-7664-6794-B373-13629A1763C6}"/>
                      </a:ext>
                    </a:extLst>
                  </p:cNvPr>
                  <p:cNvSpPr/>
                  <p:nvPr/>
                </p:nvSpPr>
                <p:spPr>
                  <a:xfrm>
                    <a:off x="2432492" y="3248501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</p:grpSp>
          </p:grpSp>
          <p:grpSp>
            <p:nvGrpSpPr>
              <p:cNvPr id="69" name="Graphic 84">
                <a:extLst>
                  <a:ext uri="{FF2B5EF4-FFF2-40B4-BE49-F238E27FC236}">
                    <a16:creationId xmlns:a16="http://schemas.microsoft.com/office/drawing/2014/main" id="{1DC6CAF8-2879-9268-D719-C5986AFD170D}"/>
                  </a:ext>
                </a:extLst>
              </p:cNvPr>
              <p:cNvGrpSpPr/>
              <p:nvPr/>
            </p:nvGrpSpPr>
            <p:grpSpPr>
              <a:xfrm>
                <a:off x="2727416" y="3192940"/>
                <a:ext cx="444217" cy="133892"/>
                <a:chOff x="2727416" y="3192940"/>
                <a:chExt cx="444217" cy="133892"/>
              </a:xfrm>
            </p:grpSpPr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F7319701-16C4-37DB-DA94-605FAB89D834}"/>
                    </a:ext>
                  </a:extLst>
                </p:cNvPr>
                <p:cNvSpPr/>
                <p:nvPr/>
              </p:nvSpPr>
              <p:spPr>
                <a:xfrm>
                  <a:off x="2727416" y="3192940"/>
                  <a:ext cx="174946" cy="133892"/>
                </a:xfrm>
                <a:custGeom>
                  <a:avLst/>
                  <a:gdLst>
                    <a:gd name="connsiteX0" fmla="*/ 0 w 174946"/>
                    <a:gd name="connsiteY0" fmla="*/ 0 h 133892"/>
                    <a:gd name="connsiteX1" fmla="*/ 174947 w 174946"/>
                    <a:gd name="connsiteY1" fmla="*/ 0 h 133892"/>
                    <a:gd name="connsiteX2" fmla="*/ 174947 w 174946"/>
                    <a:gd name="connsiteY2" fmla="*/ 133893 h 133892"/>
                    <a:gd name="connsiteX3" fmla="*/ 0 w 174946"/>
                    <a:gd name="connsiteY3" fmla="*/ 133893 h 133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46" h="133892">
                      <a:moveTo>
                        <a:pt x="0" y="0"/>
                      </a:moveTo>
                      <a:lnTo>
                        <a:pt x="174947" y="0"/>
                      </a:lnTo>
                      <a:lnTo>
                        <a:pt x="174947" y="133893"/>
                      </a:lnTo>
                      <a:lnTo>
                        <a:pt x="0" y="133893"/>
                      </a:lnTo>
                      <a:close/>
                    </a:path>
                  </a:pathLst>
                </a:custGeom>
                <a:solidFill>
                  <a:srgbClr val="95A8A5">
                    <a:alpha val="50000"/>
                  </a:srgbClr>
                </a:solidFill>
                <a:ln w="2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grpSp>
              <p:nvGrpSpPr>
                <p:cNvPr id="71" name="Graphic 84">
                  <a:extLst>
                    <a:ext uri="{FF2B5EF4-FFF2-40B4-BE49-F238E27FC236}">
                      <a16:creationId xmlns:a16="http://schemas.microsoft.com/office/drawing/2014/main" id="{C84C0C83-1F00-8628-B770-20713C1BE187}"/>
                    </a:ext>
                  </a:extLst>
                </p:cNvPr>
                <p:cNvGrpSpPr/>
                <p:nvPr/>
              </p:nvGrpSpPr>
              <p:grpSpPr>
                <a:xfrm>
                  <a:off x="2930153" y="3198379"/>
                  <a:ext cx="241481" cy="119105"/>
                  <a:chOff x="2930153" y="3198379"/>
                  <a:chExt cx="241481" cy="119105"/>
                </a:xfrm>
                <a:solidFill>
                  <a:srgbClr val="95A8A5"/>
                </a:solidFill>
              </p:grpSpPr>
              <p:sp>
                <p:nvSpPr>
                  <p:cNvPr id="72" name="Freeform 71">
                    <a:extLst>
                      <a:ext uri="{FF2B5EF4-FFF2-40B4-BE49-F238E27FC236}">
                        <a16:creationId xmlns:a16="http://schemas.microsoft.com/office/drawing/2014/main" id="{94857470-71D0-BDA7-CAEA-1FBE8B69B8BD}"/>
                      </a:ext>
                    </a:extLst>
                  </p:cNvPr>
                  <p:cNvSpPr/>
                  <p:nvPr/>
                </p:nvSpPr>
                <p:spPr>
                  <a:xfrm>
                    <a:off x="2930153" y="3299043"/>
                    <a:ext cx="116908" cy="18442"/>
                  </a:xfrm>
                  <a:custGeom>
                    <a:avLst/>
                    <a:gdLst>
                      <a:gd name="connsiteX0" fmla="*/ 0 w 116908"/>
                      <a:gd name="connsiteY0" fmla="*/ 0 h 18442"/>
                      <a:gd name="connsiteX1" fmla="*/ 116908 w 116908"/>
                      <a:gd name="connsiteY1" fmla="*/ 0 h 18442"/>
                      <a:gd name="connsiteX2" fmla="*/ 116908 w 116908"/>
                      <a:gd name="connsiteY2" fmla="*/ 18442 h 18442"/>
                      <a:gd name="connsiteX3" fmla="*/ 0 w 116908"/>
                      <a:gd name="connsiteY3" fmla="*/ 18442 h 18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908" h="18442">
                        <a:moveTo>
                          <a:pt x="0" y="0"/>
                        </a:moveTo>
                        <a:lnTo>
                          <a:pt x="116908" y="0"/>
                        </a:lnTo>
                        <a:lnTo>
                          <a:pt x="116908" y="18442"/>
                        </a:lnTo>
                        <a:lnTo>
                          <a:pt x="0" y="18442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73" name="Freeform 72">
                    <a:extLst>
                      <a:ext uri="{FF2B5EF4-FFF2-40B4-BE49-F238E27FC236}">
                        <a16:creationId xmlns:a16="http://schemas.microsoft.com/office/drawing/2014/main" id="{923174CE-18C6-87D5-DA19-A68705D6DF77}"/>
                      </a:ext>
                    </a:extLst>
                  </p:cNvPr>
                  <p:cNvSpPr/>
                  <p:nvPr/>
                </p:nvSpPr>
                <p:spPr>
                  <a:xfrm>
                    <a:off x="2930153" y="3198379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74" name="Freeform 73">
                    <a:extLst>
                      <a:ext uri="{FF2B5EF4-FFF2-40B4-BE49-F238E27FC236}">
                        <a16:creationId xmlns:a16="http://schemas.microsoft.com/office/drawing/2014/main" id="{0BA4C29A-8B60-9235-34CC-12E616B513BA}"/>
                      </a:ext>
                    </a:extLst>
                  </p:cNvPr>
                  <p:cNvSpPr/>
                  <p:nvPr/>
                </p:nvSpPr>
                <p:spPr>
                  <a:xfrm>
                    <a:off x="2930153" y="3248501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</p:grpSp>
          </p:grpSp>
        </p:grpSp>
        <p:grpSp>
          <p:nvGrpSpPr>
            <p:cNvPr id="63" name="Graphic 84">
              <a:extLst>
                <a:ext uri="{FF2B5EF4-FFF2-40B4-BE49-F238E27FC236}">
                  <a16:creationId xmlns:a16="http://schemas.microsoft.com/office/drawing/2014/main" id="{B63DF340-2FA3-CC10-AB3C-FE3E81DB0CF1}"/>
                </a:ext>
              </a:extLst>
            </p:cNvPr>
            <p:cNvGrpSpPr/>
            <p:nvPr/>
          </p:nvGrpSpPr>
          <p:grpSpPr>
            <a:xfrm>
              <a:off x="2798141" y="3091281"/>
              <a:ext cx="364307" cy="42492"/>
              <a:chOff x="2798141" y="3091281"/>
              <a:chExt cx="364307" cy="42492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E9E78651-884F-3E63-F200-8CBFB6951808}"/>
                  </a:ext>
                </a:extLst>
              </p:cNvPr>
              <p:cNvSpPr/>
              <p:nvPr/>
            </p:nvSpPr>
            <p:spPr>
              <a:xfrm>
                <a:off x="3087349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8FD1DA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522EC773-8ECE-1A9C-F36A-D49BF622A2F4}"/>
                  </a:ext>
                </a:extLst>
              </p:cNvPr>
              <p:cNvSpPr/>
              <p:nvPr/>
            </p:nvSpPr>
            <p:spPr>
              <a:xfrm>
                <a:off x="2990946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EFF09A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13A9AEC-B952-969B-478E-212E017D543C}"/>
                  </a:ext>
                </a:extLst>
              </p:cNvPr>
              <p:cNvSpPr/>
              <p:nvPr/>
            </p:nvSpPr>
            <p:spPr>
              <a:xfrm>
                <a:off x="2894545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F2B47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174B6C57-17CA-E80C-3EC8-76394D7C6587}"/>
                  </a:ext>
                </a:extLst>
              </p:cNvPr>
              <p:cNvSpPr/>
              <p:nvPr/>
            </p:nvSpPr>
            <p:spPr>
              <a:xfrm>
                <a:off x="2798141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759EAC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61FE38C9-DCF8-9C3D-E2C0-D6EE335C3B63}"/>
              </a:ext>
            </a:extLst>
          </p:cNvPr>
          <p:cNvSpPr txBox="1"/>
          <p:nvPr/>
        </p:nvSpPr>
        <p:spPr>
          <a:xfrm>
            <a:off x="2344393" y="1727433"/>
            <a:ext cx="52931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750" dirty="0">
                <a:solidFill>
                  <a:schemeClr val="bg1"/>
                </a:solidFill>
              </a:rPr>
              <a:t>elabFTW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A88A214-F09D-8D26-1592-F68A8BF0A7B6}"/>
              </a:ext>
            </a:extLst>
          </p:cNvPr>
          <p:cNvGrpSpPr/>
          <p:nvPr/>
        </p:nvGrpSpPr>
        <p:grpSpPr>
          <a:xfrm>
            <a:off x="1139404" y="3975790"/>
            <a:ext cx="1044663" cy="880191"/>
            <a:chOff x="585220" y="4373113"/>
            <a:chExt cx="1392884" cy="1173588"/>
          </a:xfrm>
        </p:grpSpPr>
        <p:grpSp>
          <p:nvGrpSpPr>
            <p:cNvPr id="92" name="Graphic 26">
              <a:extLst>
                <a:ext uri="{FF2B5EF4-FFF2-40B4-BE49-F238E27FC236}">
                  <a16:creationId xmlns:a16="http://schemas.microsoft.com/office/drawing/2014/main" id="{C5FDE605-D19D-2157-8945-43EABB5E09A5}"/>
                </a:ext>
              </a:extLst>
            </p:cNvPr>
            <p:cNvGrpSpPr/>
            <p:nvPr/>
          </p:nvGrpSpPr>
          <p:grpSpPr>
            <a:xfrm>
              <a:off x="585220" y="4409756"/>
              <a:ext cx="1377199" cy="1136945"/>
              <a:chOff x="585220" y="4409756"/>
              <a:chExt cx="1377199" cy="1136945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85FEB6ED-ADE9-41F4-1CD8-0F722F5102EE}"/>
                  </a:ext>
                </a:extLst>
              </p:cNvPr>
              <p:cNvSpPr/>
              <p:nvPr/>
            </p:nvSpPr>
            <p:spPr>
              <a:xfrm>
                <a:off x="585220" y="4409756"/>
                <a:ext cx="1377199" cy="1136945"/>
              </a:xfrm>
              <a:custGeom>
                <a:avLst/>
                <a:gdLst>
                  <a:gd name="connsiteX0" fmla="*/ 1377199 w 1377199"/>
                  <a:gd name="connsiteY0" fmla="*/ 43078 h 1136945"/>
                  <a:gd name="connsiteX1" fmla="*/ 1377199 w 1377199"/>
                  <a:gd name="connsiteY1" fmla="*/ 1136945 h 1136945"/>
                  <a:gd name="connsiteX2" fmla="*/ 643 w 1377199"/>
                  <a:gd name="connsiteY2" fmla="*/ 1136945 h 1136945"/>
                  <a:gd name="connsiteX3" fmla="*/ 643 w 1377199"/>
                  <a:gd name="connsiteY3" fmla="*/ 175310 h 1136945"/>
                  <a:gd name="connsiteX4" fmla="*/ 0 w 1377199"/>
                  <a:gd name="connsiteY4" fmla="*/ 175310 h 1136945"/>
                  <a:gd name="connsiteX5" fmla="*/ 0 w 1377199"/>
                  <a:gd name="connsiteY5" fmla="*/ 52506 h 1136945"/>
                  <a:gd name="connsiteX6" fmla="*/ 1286 w 1377199"/>
                  <a:gd name="connsiteY6" fmla="*/ 52506 h 1136945"/>
                  <a:gd name="connsiteX7" fmla="*/ 0 w 1377199"/>
                  <a:gd name="connsiteY7" fmla="*/ 43078 h 1136945"/>
                  <a:gd name="connsiteX8" fmla="*/ 43078 w 1377199"/>
                  <a:gd name="connsiteY8" fmla="*/ 0 h 1136945"/>
                  <a:gd name="connsiteX9" fmla="*/ 1334121 w 1377199"/>
                  <a:gd name="connsiteY9" fmla="*/ 0 h 1136945"/>
                  <a:gd name="connsiteX10" fmla="*/ 1377199 w 1377199"/>
                  <a:gd name="connsiteY10" fmla="*/ 43078 h 1136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7199" h="1136945">
                    <a:moveTo>
                      <a:pt x="1377199" y="43078"/>
                    </a:moveTo>
                    <a:lnTo>
                      <a:pt x="1377199" y="1136945"/>
                    </a:lnTo>
                    <a:lnTo>
                      <a:pt x="643" y="1136945"/>
                    </a:lnTo>
                    <a:lnTo>
                      <a:pt x="643" y="175310"/>
                    </a:lnTo>
                    <a:lnTo>
                      <a:pt x="0" y="175310"/>
                    </a:lnTo>
                    <a:lnTo>
                      <a:pt x="0" y="52506"/>
                    </a:lnTo>
                    <a:lnTo>
                      <a:pt x="1286" y="52506"/>
                    </a:lnTo>
                    <a:cubicBezTo>
                      <a:pt x="430" y="49509"/>
                      <a:pt x="0" y="46289"/>
                      <a:pt x="0" y="43078"/>
                    </a:cubicBezTo>
                    <a:cubicBezTo>
                      <a:pt x="0" y="19286"/>
                      <a:pt x="19289" y="0"/>
                      <a:pt x="43078" y="0"/>
                    </a:cubicBezTo>
                    <a:lnTo>
                      <a:pt x="1334121" y="0"/>
                    </a:lnTo>
                    <a:cubicBezTo>
                      <a:pt x="1357910" y="0"/>
                      <a:pt x="1377199" y="19286"/>
                      <a:pt x="1377199" y="43078"/>
                    </a:cubicBezTo>
                    <a:close/>
                  </a:path>
                </a:pathLst>
              </a:custGeom>
              <a:solidFill>
                <a:srgbClr val="50555B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F8C7119E-C53A-37C9-921E-060EB59682DF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939809"/>
              </a:xfrm>
              <a:custGeom>
                <a:avLst/>
                <a:gdLst>
                  <a:gd name="connsiteX0" fmla="*/ 0 w 1327334"/>
                  <a:gd name="connsiteY0" fmla="*/ 0 h 939809"/>
                  <a:gd name="connsiteX1" fmla="*/ 1327335 w 1327334"/>
                  <a:gd name="connsiteY1" fmla="*/ 0 h 939809"/>
                  <a:gd name="connsiteX2" fmla="*/ 1327335 w 1327334"/>
                  <a:gd name="connsiteY2" fmla="*/ 939809 h 939809"/>
                  <a:gd name="connsiteX3" fmla="*/ 0 w 1327334"/>
                  <a:gd name="connsiteY3" fmla="*/ 939809 h 93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93980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939809"/>
                    </a:lnTo>
                    <a:lnTo>
                      <a:pt x="0" y="939809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D1CB09A-7F79-8B3B-8247-47AA7DEA34C3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55849"/>
              </a:xfrm>
              <a:custGeom>
                <a:avLst/>
                <a:gdLst>
                  <a:gd name="connsiteX0" fmla="*/ 0 w 1327334"/>
                  <a:gd name="connsiteY0" fmla="*/ 0 h 55849"/>
                  <a:gd name="connsiteX1" fmla="*/ 1327335 w 1327334"/>
                  <a:gd name="connsiteY1" fmla="*/ 0 h 55849"/>
                  <a:gd name="connsiteX2" fmla="*/ 1327335 w 1327334"/>
                  <a:gd name="connsiteY2" fmla="*/ 55849 h 55849"/>
                  <a:gd name="connsiteX3" fmla="*/ 0 w 1327334"/>
                  <a:gd name="connsiteY3" fmla="*/ 55849 h 55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5584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55849"/>
                    </a:lnTo>
                    <a:lnTo>
                      <a:pt x="0" y="55849"/>
                    </a:lnTo>
                    <a:close/>
                  </a:path>
                </a:pathLst>
              </a:custGeom>
              <a:solidFill>
                <a:srgbClr val="191919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105" name="Graphic 26">
                <a:extLst>
                  <a:ext uri="{FF2B5EF4-FFF2-40B4-BE49-F238E27FC236}">
                    <a16:creationId xmlns:a16="http://schemas.microsoft.com/office/drawing/2014/main" id="{77E62BC1-3138-B430-0294-DEC61E9A0A36}"/>
                  </a:ext>
                </a:extLst>
              </p:cNvPr>
              <p:cNvGrpSpPr/>
              <p:nvPr/>
            </p:nvGrpSpPr>
            <p:grpSpPr>
              <a:xfrm>
                <a:off x="653391" y="4462573"/>
                <a:ext cx="302908" cy="69521"/>
                <a:chOff x="653391" y="4462573"/>
                <a:chExt cx="302908" cy="69521"/>
              </a:xfrm>
            </p:grpSpPr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72B6286A-2080-D354-8103-1428F58658EB}"/>
                    </a:ext>
                  </a:extLst>
                </p:cNvPr>
                <p:cNvSpPr/>
                <p:nvPr/>
              </p:nvSpPr>
              <p:spPr>
                <a:xfrm>
                  <a:off x="890985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97CB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FED75FBF-8F99-E086-9C2C-6910544AEE62}"/>
                    </a:ext>
                  </a:extLst>
                </p:cNvPr>
                <p:cNvSpPr/>
                <p:nvPr/>
              </p:nvSpPr>
              <p:spPr>
                <a:xfrm>
                  <a:off x="772188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F7E7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5DEDC059-90BE-86E8-6AD7-B5437FB40433}"/>
                    </a:ext>
                  </a:extLst>
                </p:cNvPr>
                <p:cNvSpPr/>
                <p:nvPr/>
              </p:nvSpPr>
              <p:spPr>
                <a:xfrm>
                  <a:off x="653391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EB6D81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106" name="Graphic 26">
                <a:extLst>
                  <a:ext uri="{FF2B5EF4-FFF2-40B4-BE49-F238E27FC236}">
                    <a16:creationId xmlns:a16="http://schemas.microsoft.com/office/drawing/2014/main" id="{055B0779-3D7E-584B-E7DD-94B8DC9BB372}"/>
                  </a:ext>
                </a:extLst>
              </p:cNvPr>
              <p:cNvGrpSpPr/>
              <p:nvPr/>
            </p:nvGrpSpPr>
            <p:grpSpPr>
              <a:xfrm>
                <a:off x="729661" y="5231682"/>
                <a:ext cx="1110159" cy="172166"/>
                <a:chOff x="729661" y="5231682"/>
                <a:chExt cx="1110159" cy="172166"/>
              </a:xfrm>
            </p:grpSpPr>
            <p:grpSp>
              <p:nvGrpSpPr>
                <p:cNvPr id="112" name="Graphic 26">
                  <a:extLst>
                    <a:ext uri="{FF2B5EF4-FFF2-40B4-BE49-F238E27FC236}">
                      <a16:creationId xmlns:a16="http://schemas.microsoft.com/office/drawing/2014/main" id="{19371317-1339-240A-D051-45B5F0AEE450}"/>
                    </a:ext>
                  </a:extLst>
                </p:cNvPr>
                <p:cNvGrpSpPr/>
                <p:nvPr/>
              </p:nvGrpSpPr>
              <p:grpSpPr>
                <a:xfrm>
                  <a:off x="729661" y="5231682"/>
                  <a:ext cx="523585" cy="172166"/>
                  <a:chOff x="729661" y="5231682"/>
                  <a:chExt cx="523585" cy="172166"/>
                </a:xfrm>
              </p:grpSpPr>
              <p:sp>
                <p:nvSpPr>
                  <p:cNvPr id="119" name="Freeform 118">
                    <a:extLst>
                      <a:ext uri="{FF2B5EF4-FFF2-40B4-BE49-F238E27FC236}">
                        <a16:creationId xmlns:a16="http://schemas.microsoft.com/office/drawing/2014/main" id="{5C29252F-D039-AE74-24B1-5496FB684761}"/>
                      </a:ext>
                    </a:extLst>
                  </p:cNvPr>
                  <p:cNvSpPr/>
                  <p:nvPr/>
                </p:nvSpPr>
                <p:spPr>
                  <a:xfrm>
                    <a:off x="729661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20" name="Graphic 26">
                    <a:extLst>
                      <a:ext uri="{FF2B5EF4-FFF2-40B4-BE49-F238E27FC236}">
                        <a16:creationId xmlns:a16="http://schemas.microsoft.com/office/drawing/2014/main" id="{009DA871-662E-40A7-8DDF-7F175085DEA0}"/>
                      </a:ext>
                    </a:extLst>
                  </p:cNvPr>
                  <p:cNvGrpSpPr/>
                  <p:nvPr/>
                </p:nvGrpSpPr>
                <p:grpSpPr>
                  <a:xfrm>
                    <a:off x="968621" y="5238676"/>
                    <a:ext cx="284625" cy="153151"/>
                    <a:chOff x="968621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21" name="Freeform 120">
                      <a:extLst>
                        <a:ext uri="{FF2B5EF4-FFF2-40B4-BE49-F238E27FC236}">
                          <a16:creationId xmlns:a16="http://schemas.microsoft.com/office/drawing/2014/main" id="{C6BC414F-3AE0-BDAB-6DB7-7E51FDE52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2" name="Freeform 121">
                      <a:extLst>
                        <a:ext uri="{FF2B5EF4-FFF2-40B4-BE49-F238E27FC236}">
                          <a16:creationId xmlns:a16="http://schemas.microsoft.com/office/drawing/2014/main" id="{E5178544-D4EE-0322-1AFD-C62E476A7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3" name="Freeform 122">
                      <a:extLst>
                        <a:ext uri="{FF2B5EF4-FFF2-40B4-BE49-F238E27FC236}">
                          <a16:creationId xmlns:a16="http://schemas.microsoft.com/office/drawing/2014/main" id="{E7EC4357-EDB6-CC35-DFFC-0664CC026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113" name="Graphic 26">
                  <a:extLst>
                    <a:ext uri="{FF2B5EF4-FFF2-40B4-BE49-F238E27FC236}">
                      <a16:creationId xmlns:a16="http://schemas.microsoft.com/office/drawing/2014/main" id="{101155C1-6535-19CD-FE55-FE7EC757AB1C}"/>
                    </a:ext>
                  </a:extLst>
                </p:cNvPr>
                <p:cNvGrpSpPr/>
                <p:nvPr/>
              </p:nvGrpSpPr>
              <p:grpSpPr>
                <a:xfrm>
                  <a:off x="1316238" y="5231682"/>
                  <a:ext cx="523583" cy="172166"/>
                  <a:chOff x="1316238" y="5231682"/>
                  <a:chExt cx="523583" cy="172166"/>
                </a:xfrm>
              </p:grpSpPr>
              <p:sp>
                <p:nvSpPr>
                  <p:cNvPr id="114" name="Freeform 113">
                    <a:extLst>
                      <a:ext uri="{FF2B5EF4-FFF2-40B4-BE49-F238E27FC236}">
                        <a16:creationId xmlns:a16="http://schemas.microsoft.com/office/drawing/2014/main" id="{D45515D0-B8D3-9204-5FDC-248458D911B5}"/>
                      </a:ext>
                    </a:extLst>
                  </p:cNvPr>
                  <p:cNvSpPr/>
                  <p:nvPr/>
                </p:nvSpPr>
                <p:spPr>
                  <a:xfrm>
                    <a:off x="1316238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15" name="Graphic 26">
                    <a:extLst>
                      <a:ext uri="{FF2B5EF4-FFF2-40B4-BE49-F238E27FC236}">
                        <a16:creationId xmlns:a16="http://schemas.microsoft.com/office/drawing/2014/main" id="{7FC9E28F-BBB1-F45F-83E4-5D8A2B6117E8}"/>
                      </a:ext>
                    </a:extLst>
                  </p:cNvPr>
                  <p:cNvGrpSpPr/>
                  <p:nvPr/>
                </p:nvGrpSpPr>
                <p:grpSpPr>
                  <a:xfrm>
                    <a:off x="1555195" y="5238676"/>
                    <a:ext cx="284625" cy="153151"/>
                    <a:chOff x="1555195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16" name="Freeform 115">
                      <a:extLst>
                        <a:ext uri="{FF2B5EF4-FFF2-40B4-BE49-F238E27FC236}">
                          <a16:creationId xmlns:a16="http://schemas.microsoft.com/office/drawing/2014/main" id="{6FE5000B-7498-2918-C0D5-32211A56CF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7" name="Freeform 116">
                      <a:extLst>
                        <a:ext uri="{FF2B5EF4-FFF2-40B4-BE49-F238E27FC236}">
                          <a16:creationId xmlns:a16="http://schemas.microsoft.com/office/drawing/2014/main" id="{412C3284-ED2E-020C-D0F9-0568B2DC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8" name="Freeform 117">
                      <a:extLst>
                        <a:ext uri="{FF2B5EF4-FFF2-40B4-BE49-F238E27FC236}">
                          <a16:creationId xmlns:a16="http://schemas.microsoft.com/office/drawing/2014/main" id="{A1A7A0E3-3BEA-2E7B-CC41-7124EC1BAA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107" name="Graphic 26">
                <a:extLst>
                  <a:ext uri="{FF2B5EF4-FFF2-40B4-BE49-F238E27FC236}">
                    <a16:creationId xmlns:a16="http://schemas.microsoft.com/office/drawing/2014/main" id="{67A50284-6EB4-58E3-5AF5-506ED4844338}"/>
                  </a:ext>
                </a:extLst>
              </p:cNvPr>
              <p:cNvGrpSpPr/>
              <p:nvPr/>
            </p:nvGrpSpPr>
            <p:grpSpPr>
              <a:xfrm>
                <a:off x="1430324" y="4664034"/>
                <a:ext cx="429395" cy="54638"/>
                <a:chOff x="1430324" y="4664034"/>
                <a:chExt cx="429395" cy="54638"/>
              </a:xfrm>
            </p:grpSpPr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8A786752-D941-BA54-8D2D-BC95A0C628CD}"/>
                    </a:ext>
                  </a:extLst>
                </p:cNvPr>
                <p:cNvSpPr/>
                <p:nvPr/>
              </p:nvSpPr>
              <p:spPr>
                <a:xfrm>
                  <a:off x="1771202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8FD1D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A688BCC1-BC9E-D254-6DAB-9BB295ED5938}"/>
                    </a:ext>
                  </a:extLst>
                </p:cNvPr>
                <p:cNvSpPr/>
                <p:nvPr/>
              </p:nvSpPr>
              <p:spPr>
                <a:xfrm>
                  <a:off x="1657575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EFF09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84B6D00C-25E4-5884-9D76-6D5820A933B5}"/>
                    </a:ext>
                  </a:extLst>
                </p:cNvPr>
                <p:cNvSpPr/>
                <p:nvPr/>
              </p:nvSpPr>
              <p:spPr>
                <a:xfrm>
                  <a:off x="1543951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F2B47D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F7CAA25F-5593-6955-E3B1-070EF2C24320}"/>
                    </a:ext>
                  </a:extLst>
                </p:cNvPr>
                <p:cNvSpPr/>
                <p:nvPr/>
              </p:nvSpPr>
              <p:spPr>
                <a:xfrm>
                  <a:off x="1430324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759EAC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DF7359-D13F-219A-1225-DF08081E617F}"/>
                </a:ext>
              </a:extLst>
            </p:cNvPr>
            <p:cNvSpPr txBox="1"/>
            <p:nvPr/>
          </p:nvSpPr>
          <p:spPr>
            <a:xfrm>
              <a:off x="1244569" y="4373113"/>
              <a:ext cx="733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easyDMP</a:t>
              </a: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B245EB1-AB92-9E67-C170-10B1E9E4D8E5}"/>
                </a:ext>
              </a:extLst>
            </p:cNvPr>
            <p:cNvSpPr/>
            <p:nvPr/>
          </p:nvSpPr>
          <p:spPr>
            <a:xfrm>
              <a:off x="715556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B1A6952-C5C0-A76F-CA49-D519EC986B6E}"/>
                </a:ext>
              </a:extLst>
            </p:cNvPr>
            <p:cNvSpPr/>
            <p:nvPr/>
          </p:nvSpPr>
          <p:spPr>
            <a:xfrm>
              <a:off x="954516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9C48F91-803B-65DC-3AF7-74736E232ADC}"/>
                </a:ext>
              </a:extLst>
            </p:cNvPr>
            <p:cNvSpPr/>
            <p:nvPr/>
          </p:nvSpPr>
          <p:spPr>
            <a:xfrm>
              <a:off x="954516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FE51A73-06A8-FE02-E774-4991024CCF14}"/>
                </a:ext>
              </a:extLst>
            </p:cNvPr>
            <p:cNvSpPr/>
            <p:nvPr/>
          </p:nvSpPr>
          <p:spPr>
            <a:xfrm>
              <a:off x="954516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CC8E949-B96A-A2D7-6FEE-9B7B1A8E6C7A}"/>
                </a:ext>
              </a:extLst>
            </p:cNvPr>
            <p:cNvSpPr/>
            <p:nvPr/>
          </p:nvSpPr>
          <p:spPr>
            <a:xfrm>
              <a:off x="1302133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8E4E2D56-E761-701D-3CB2-FE5BF40EB76F}"/>
                </a:ext>
              </a:extLst>
            </p:cNvPr>
            <p:cNvSpPr/>
            <p:nvPr/>
          </p:nvSpPr>
          <p:spPr>
            <a:xfrm>
              <a:off x="1541090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2BA51B5C-EA31-6466-0847-3C56BCEC4ED7}"/>
                </a:ext>
              </a:extLst>
            </p:cNvPr>
            <p:cNvSpPr/>
            <p:nvPr/>
          </p:nvSpPr>
          <p:spPr>
            <a:xfrm>
              <a:off x="1541090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24CE427-8DC4-3CFC-CA0D-19111AF1102A}"/>
                </a:ext>
              </a:extLst>
            </p:cNvPr>
            <p:cNvSpPr/>
            <p:nvPr/>
          </p:nvSpPr>
          <p:spPr>
            <a:xfrm>
              <a:off x="1541090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E080175-C341-8690-51F5-D1860F9B5CBF}"/>
              </a:ext>
            </a:extLst>
          </p:cNvPr>
          <p:cNvSpPr txBox="1"/>
          <p:nvPr/>
        </p:nvSpPr>
        <p:spPr>
          <a:xfrm>
            <a:off x="6000143" y="2999016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pic>
        <p:nvPicPr>
          <p:cNvPr id="128" name="Graphic 127">
            <a:extLst>
              <a:ext uri="{FF2B5EF4-FFF2-40B4-BE49-F238E27FC236}">
                <a16:creationId xmlns:a16="http://schemas.microsoft.com/office/drawing/2014/main" id="{83123C72-1889-E00B-C05A-D11F754F534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9532" y="2194717"/>
            <a:ext cx="484748" cy="484748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C1A14BAD-5168-77D6-B2B8-DAEEA36B1A87}"/>
              </a:ext>
            </a:extLst>
          </p:cNvPr>
          <p:cNvSpPr txBox="1"/>
          <p:nvPr/>
        </p:nvSpPr>
        <p:spPr>
          <a:xfrm>
            <a:off x="2949082" y="1947251"/>
            <a:ext cx="59503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REST API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03AD355-53B5-621A-0E82-37A7CE7F93C2}"/>
              </a:ext>
            </a:extLst>
          </p:cNvPr>
          <p:cNvSpPr/>
          <p:nvPr/>
        </p:nvSpPr>
        <p:spPr>
          <a:xfrm>
            <a:off x="4084046" y="1743660"/>
            <a:ext cx="975909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PRP</a:t>
            </a:r>
          </a:p>
          <a:p>
            <a:pPr algn="ctr"/>
            <a:r>
              <a:rPr lang="en-IT" sz="675" dirty="0"/>
              <a:t>CDM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40D87AE-1203-DB55-DA5C-3B1755B43C92}"/>
              </a:ext>
            </a:extLst>
          </p:cNvPr>
          <p:cNvSpPr/>
          <p:nvPr/>
        </p:nvSpPr>
        <p:spPr>
          <a:xfrm>
            <a:off x="4084046" y="3017359"/>
            <a:ext cx="601005" cy="1276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A6B1385-9F4E-99BF-7A8A-E8D55C8E358E}"/>
              </a:ext>
            </a:extLst>
          </p:cNvPr>
          <p:cNvSpPr/>
          <p:nvPr/>
        </p:nvSpPr>
        <p:spPr>
          <a:xfrm>
            <a:off x="4084045" y="4291058"/>
            <a:ext cx="980747" cy="531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Laboratories</a:t>
            </a:r>
          </a:p>
          <a:p>
            <a:pPr algn="ctr"/>
            <a:r>
              <a:rPr lang="en-IT" dirty="0"/>
              <a:t>app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46B850F-037B-84E5-6A27-627E33FA5A2F}"/>
              </a:ext>
            </a:extLst>
          </p:cNvPr>
          <p:cNvSpPr/>
          <p:nvPr/>
        </p:nvSpPr>
        <p:spPr>
          <a:xfrm>
            <a:off x="1923081" y="2451946"/>
            <a:ext cx="866186" cy="433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50" dirty="0"/>
              <a:t>Jenkins</a:t>
            </a:r>
          </a:p>
          <a:p>
            <a:pPr algn="ctr"/>
            <a:r>
              <a:rPr lang="en-IT" sz="1050" dirty="0"/>
              <a:t>pipelines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39625D8-2727-2E77-E73E-127EC6D26931}"/>
              </a:ext>
            </a:extLst>
          </p:cNvPr>
          <p:cNvSpPr/>
          <p:nvPr/>
        </p:nvSpPr>
        <p:spPr>
          <a:xfrm>
            <a:off x="828962" y="2460900"/>
            <a:ext cx="1094120" cy="419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50" dirty="0"/>
              <a:t>parsing and postprocessing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64E8D9C-F159-01E7-E895-DEE443FD955C}"/>
              </a:ext>
            </a:extLst>
          </p:cNvPr>
          <p:cNvSpPr/>
          <p:nvPr/>
        </p:nvSpPr>
        <p:spPr>
          <a:xfrm>
            <a:off x="6788691" y="1731620"/>
            <a:ext cx="2146544" cy="7389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DATALAKE+</a:t>
            </a:r>
          </a:p>
          <a:p>
            <a:pPr algn="ctr"/>
            <a:r>
              <a:rPr lang="en-IT" sz="675" dirty="0"/>
              <a:t>S3</a:t>
            </a:r>
          </a:p>
          <a:p>
            <a:pPr algn="ctr"/>
            <a:r>
              <a:rPr lang="en-IT" sz="675" dirty="0"/>
              <a:t>BUCKETS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DFF94B5-84CB-7311-F1E9-BC834E8279A8}"/>
              </a:ext>
            </a:extLst>
          </p:cNvPr>
          <p:cNvSpPr/>
          <p:nvPr/>
        </p:nvSpPr>
        <p:spPr>
          <a:xfrm>
            <a:off x="5066550" y="2482092"/>
            <a:ext cx="499165" cy="2084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675" dirty="0"/>
              <a:t>DJANGO ORM</a:t>
            </a:r>
          </a:p>
        </p:txBody>
      </p:sp>
      <p:pic>
        <p:nvPicPr>
          <p:cNvPr id="137" name="Graphic 136">
            <a:extLst>
              <a:ext uri="{FF2B5EF4-FFF2-40B4-BE49-F238E27FC236}">
                <a16:creationId xmlns:a16="http://schemas.microsoft.com/office/drawing/2014/main" id="{CF100E78-EE43-EA94-C0FB-02A1337B04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7050" y="1992652"/>
            <a:ext cx="484748" cy="484748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498D0B43-D8AF-5388-3C84-C66A22F72279}"/>
              </a:ext>
            </a:extLst>
          </p:cNvPr>
          <p:cNvSpPr txBox="1"/>
          <p:nvPr/>
        </p:nvSpPr>
        <p:spPr>
          <a:xfrm>
            <a:off x="5746600" y="1745186"/>
            <a:ext cx="59503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REST API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959337F-53DF-A8FC-4DCA-E1E09464D793}"/>
              </a:ext>
            </a:extLst>
          </p:cNvPr>
          <p:cNvSpPr/>
          <p:nvPr/>
        </p:nvSpPr>
        <p:spPr>
          <a:xfrm>
            <a:off x="4689888" y="3017358"/>
            <a:ext cx="370067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IT" sz="675" dirty="0"/>
              <a:t>    Wagtail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34D167-235C-F461-E357-C5EA3C5BEB67}"/>
              </a:ext>
            </a:extLst>
          </p:cNvPr>
          <p:cNvSpPr/>
          <p:nvPr/>
        </p:nvSpPr>
        <p:spPr>
          <a:xfrm>
            <a:off x="3436478" y="3021867"/>
            <a:ext cx="649108" cy="180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admin</a:t>
            </a: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6AA01E22-7997-A392-6A5F-C029610B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0020" y="3743350"/>
            <a:ext cx="738935" cy="7389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3645743-DE26-D532-4B31-D02577F72D5B}"/>
              </a:ext>
            </a:extLst>
          </p:cNvPr>
          <p:cNvSpPr txBox="1"/>
          <p:nvPr/>
        </p:nvSpPr>
        <p:spPr>
          <a:xfrm>
            <a:off x="2373316" y="3329544"/>
            <a:ext cx="10716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Multisite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155687-101B-3B84-2B9C-151C335211EF}"/>
              </a:ext>
            </a:extLst>
          </p:cNvPr>
          <p:cNvSpPr txBox="1"/>
          <p:nvPr/>
        </p:nvSpPr>
        <p:spPr>
          <a:xfrm rot="16200000">
            <a:off x="6889218" y="3768040"/>
            <a:ext cx="9060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webapp_db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9E525B-1ADC-9164-DEFE-0A1153DBEE34}"/>
              </a:ext>
            </a:extLst>
          </p:cNvPr>
          <p:cNvSpPr txBox="1"/>
          <p:nvPr/>
        </p:nvSpPr>
        <p:spPr>
          <a:xfrm>
            <a:off x="8041028" y="2464115"/>
            <a:ext cx="392415" cy="182694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metadata_db</a:t>
            </a:r>
          </a:p>
        </p:txBody>
      </p:sp>
      <p:pic>
        <p:nvPicPr>
          <p:cNvPr id="145" name="Picture 4" descr="Django Community | Django">
            <a:extLst>
              <a:ext uri="{FF2B5EF4-FFF2-40B4-BE49-F238E27FC236}">
                <a16:creationId xmlns:a16="http://schemas.microsoft.com/office/drawing/2014/main" id="{D75A0714-170B-8945-7D54-642428FDA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024" b="92823" l="4167" r="96583">
                        <a14:foregroundMark x1="12083" y1="27512" x2="12083" y2="27512"/>
                        <a14:foregroundMark x1="4167" y1="33971" x2="4167" y2="33971"/>
                        <a14:foregroundMark x1="22750" y1="45694" x2="22750" y2="45694"/>
                        <a14:foregroundMark x1="23250" y1="13636" x2="23250" y2="13636"/>
                        <a14:foregroundMark x1="37333" y1="32536" x2="37333" y2="32536"/>
                        <a14:foregroundMark x1="50500" y1="33014" x2="50500" y2="33014"/>
                        <a14:foregroundMark x1="22667" y1="5502" x2="22667" y2="5502"/>
                        <a14:foregroundMark x1="71500" y1="93062" x2="71500" y2="93062"/>
                        <a14:foregroundMark x1="87583" y1="66746" x2="87583" y2="66746"/>
                        <a14:foregroundMark x1="96583" y1="52153" x2="96583" y2="52153"/>
                        <a14:backgroundMark x1="30250" y1="12679" x2="30250" y2="12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39" y="4591022"/>
            <a:ext cx="665626" cy="23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6" descr="Wagtail Logo &amp; Brand Assets (SVG, PNG and vector) - Brandfetch">
            <a:extLst>
              <a:ext uri="{FF2B5EF4-FFF2-40B4-BE49-F238E27FC236}">
                <a16:creationId xmlns:a16="http://schemas.microsoft.com/office/drawing/2014/main" id="{75DA97CF-1ABB-7328-F81A-920EE670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35" y="3060995"/>
            <a:ext cx="260372" cy="26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F4BAA555-BC02-159E-33CB-BC4F5CFF319A}"/>
              </a:ext>
            </a:extLst>
          </p:cNvPr>
          <p:cNvSpPr/>
          <p:nvPr/>
        </p:nvSpPr>
        <p:spPr>
          <a:xfrm>
            <a:off x="5064792" y="1743659"/>
            <a:ext cx="499165" cy="738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1050" dirty="0"/>
              <a:t>API</a:t>
            </a:r>
          </a:p>
          <a:p>
            <a:pPr algn="ctr"/>
            <a:r>
              <a:rPr lang="en-IT" sz="1050" dirty="0"/>
              <a:t>INTERFACE</a:t>
            </a:r>
          </a:p>
        </p:txBody>
      </p:sp>
      <p:pic>
        <p:nvPicPr>
          <p:cNvPr id="148" name="Picture 8" descr="Combined logo">
            <a:extLst>
              <a:ext uri="{FF2B5EF4-FFF2-40B4-BE49-F238E27FC236}">
                <a16:creationId xmlns:a16="http://schemas.microsoft.com/office/drawing/2014/main" id="{5970ECE4-8A4E-EA71-F06B-F6C44EC0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36967" y1="53521" x2="36967" y2="53521"/>
                        <a14:foregroundMark x1="43602" y1="45070" x2="43602" y2="45070"/>
                        <a14:foregroundMark x1="46445" y1="46479" x2="46445" y2="46479"/>
                        <a14:foregroundMark x1="53081" y1="49296" x2="53081" y2="49296"/>
                        <a14:foregroundMark x1="57346" y1="35211" x2="57346" y2="35211"/>
                        <a14:foregroundMark x1="62085" y1="35211" x2="62085" y2="35211"/>
                        <a14:foregroundMark x1="66351" y1="32394" x2="66351" y2="32394"/>
                        <a14:foregroundMark x1="71090" y1="38028" x2="71090" y2="38028"/>
                        <a14:foregroundMark x1="80569" y1="38028" x2="80569" y2="38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845" y="4764635"/>
            <a:ext cx="542929" cy="18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148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6B2B3DA5-387B-15FF-0108-FD586D5D35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981" y="4101961"/>
            <a:ext cx="1578051" cy="986282"/>
          </a:xfrm>
          <a:prstGeom prst="rect">
            <a:avLst/>
          </a:prstGeom>
        </p:spPr>
      </p:pic>
      <p:sp>
        <p:nvSpPr>
          <p:cNvPr id="150" name="AutoShape 12">
            <a:extLst>
              <a:ext uri="{FF2B5EF4-FFF2-40B4-BE49-F238E27FC236}">
                <a16:creationId xmlns:a16="http://schemas.microsoft.com/office/drawing/2014/main" id="{D8C6C129-5FB4-3A77-6930-96425025FB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1647" y="22839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T" sz="675"/>
          </a:p>
        </p:txBody>
      </p:sp>
      <p:pic>
        <p:nvPicPr>
          <p:cNvPr id="151" name="Graphic 150">
            <a:extLst>
              <a:ext uri="{FF2B5EF4-FFF2-40B4-BE49-F238E27FC236}">
                <a16:creationId xmlns:a16="http://schemas.microsoft.com/office/drawing/2014/main" id="{2DBDD40B-A7C1-94E5-D947-492FCCF8D7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01638" y="4684686"/>
            <a:ext cx="267875" cy="213463"/>
          </a:xfrm>
          <a:prstGeom prst="rect">
            <a:avLst/>
          </a:prstGeom>
        </p:spPr>
      </p:pic>
      <p:pic>
        <p:nvPicPr>
          <p:cNvPr id="152" name="Picture 20">
            <a:extLst>
              <a:ext uri="{FF2B5EF4-FFF2-40B4-BE49-F238E27FC236}">
                <a16:creationId xmlns:a16="http://schemas.microsoft.com/office/drawing/2014/main" id="{1C3983ED-FA63-875D-39CE-22D2072D1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259" y="4691891"/>
            <a:ext cx="867089" cy="21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22" descr="Jenkins Logo PNG vector in SVG, PDF, AI, CDR format">
            <a:extLst>
              <a:ext uri="{FF2B5EF4-FFF2-40B4-BE49-F238E27FC236}">
                <a16:creationId xmlns:a16="http://schemas.microsoft.com/office/drawing/2014/main" id="{A252DB44-B348-D1AC-B952-7882A3648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7692" b="90000" l="9931" r="89954">
                        <a14:foregroundMark x1="50462" y1="7692" x2="50462" y2="7692"/>
                        <a14:foregroundMark x1="40878" y1="19231" x2="40878" y2="19231"/>
                        <a14:foregroundMark x1="49654" y1="70462" x2="49654" y2="70462"/>
                        <a14:foregroundMark x1="53002" y1="68923" x2="53002" y2="68923"/>
                        <a14:foregroundMark x1="52771" y1="69692" x2="50693" y2="76154"/>
                        <a14:foregroundMark x1="50693" y1="76154" x2="55081" y2="71846"/>
                        <a14:foregroundMark x1="55081" y1="71846" x2="52425" y2="64462"/>
                        <a14:foregroundMark x1="52425" y1="64462" x2="47229" y2="63846"/>
                        <a14:foregroundMark x1="47229" y1="63846" x2="47229" y2="63846"/>
                        <a14:foregroundMark x1="57621" y1="72154" x2="57968" y2="71077"/>
                        <a14:foregroundMark x1="60624" y1="61077" x2="64434" y2="66154"/>
                        <a14:foregroundMark x1="64434" y1="66154" x2="64319" y2="59077"/>
                        <a14:foregroundMark x1="54734" y1="49846" x2="53464" y2="50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282" y="2590672"/>
            <a:ext cx="787216" cy="59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75804570-589E-9125-9808-8B4E8DB9F9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65405" y="1904597"/>
            <a:ext cx="315326" cy="315326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9B7FDB91-FF2D-6DD7-0DEC-6C4D81EA47E4}"/>
              </a:ext>
            </a:extLst>
          </p:cNvPr>
          <p:cNvSpPr txBox="1"/>
          <p:nvPr/>
        </p:nvSpPr>
        <p:spPr>
          <a:xfrm>
            <a:off x="3766112" y="4866501"/>
            <a:ext cx="179784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DECOS WEB APPs</a:t>
            </a:r>
            <a:endParaRPr lang="en-IT" sz="675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0DD1455-4A05-8094-E09C-D37158174C74}"/>
              </a:ext>
            </a:extLst>
          </p:cNvPr>
          <p:cNvSpPr txBox="1"/>
          <p:nvPr/>
        </p:nvSpPr>
        <p:spPr>
          <a:xfrm>
            <a:off x="498465" y="3687119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DIMMT</a:t>
            </a:r>
            <a:endParaRPr lang="en-IT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55FAC3B-1A07-AABA-81CD-1796D0438A31}"/>
              </a:ext>
            </a:extLst>
          </p:cNvPr>
          <p:cNvSpPr txBox="1"/>
          <p:nvPr/>
        </p:nvSpPr>
        <p:spPr>
          <a:xfrm>
            <a:off x="357899" y="4645853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easyDMP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321531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A92B-0EF8-9D87-E76E-E000E80F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74010D7-91A9-F41E-4C1D-49DA9CA51E16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NOMAD OASIS ARCHITECTURE</a:t>
            </a:r>
          </a:p>
        </p:txBody>
      </p:sp>
      <p:pic>
        <p:nvPicPr>
          <p:cNvPr id="1026" name="Picture 2" descr="nomad architecture">
            <a:extLst>
              <a:ext uri="{FF2B5EF4-FFF2-40B4-BE49-F238E27FC236}">
                <a16:creationId xmlns:a16="http://schemas.microsoft.com/office/drawing/2014/main" id="{CD69B375-4872-1DF5-4DB4-1EC834FF3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267" y="1417645"/>
            <a:ext cx="6455465" cy="355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808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DECOS DESIGN</a:t>
            </a:r>
          </a:p>
        </p:txBody>
      </p:sp>
      <p:graphicFrame>
        <p:nvGraphicFramePr>
          <p:cNvPr id="4" name="Segnaposto contenuto 4">
            <a:extLst>
              <a:ext uri="{FF2B5EF4-FFF2-40B4-BE49-F238E27FC236}">
                <a16:creationId xmlns:a16="http://schemas.microsoft.com/office/drawing/2014/main" id="{9303B40D-2009-0FFD-5579-1BBB1CA53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769666"/>
              </p:ext>
            </p:extLst>
          </p:nvPr>
        </p:nvGraphicFramePr>
        <p:xfrm>
          <a:off x="3886200" y="1641932"/>
          <a:ext cx="5400136" cy="300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17B5E4-F54C-305F-5387-764A2196CDDB}"/>
              </a:ext>
            </a:extLst>
          </p:cNvPr>
          <p:cNvSpPr txBox="1"/>
          <p:nvPr/>
        </p:nvSpPr>
        <p:spPr>
          <a:xfrm>
            <a:off x="1461098" y="2338163"/>
            <a:ext cx="311090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FEASIBILITY STUDY</a:t>
            </a:r>
          </a:p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REQUIREMENT ANALYSIS</a:t>
            </a:r>
          </a:p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DESIGN</a:t>
            </a:r>
          </a:p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CODING</a:t>
            </a:r>
          </a:p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TEST</a:t>
            </a:r>
          </a:p>
          <a:p>
            <a:pPr marL="257175" indent="-257175">
              <a:buFont typeface="+mj-lt"/>
              <a:buAutoNum type="arabicPeriod"/>
            </a:pPr>
            <a:r>
              <a:rPr lang="it-IT" sz="1650" b="1" dirty="0">
                <a:latin typeface="Aptos" panose="020B0004020202020204" pitchFamily="34" charset="0"/>
              </a:rPr>
              <a:t>MAINTENANCE</a:t>
            </a:r>
            <a:endParaRPr lang="en-IT" sz="16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39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FEASIBILITY STUDY (an </a:t>
            </a:r>
            <a:r>
              <a:rPr lang="it-IT" sz="1950" b="1" dirty="0" err="1">
                <a:latin typeface="Aptos" panose="020B0004020202020204" pitchFamily="34" charset="0"/>
              </a:rPr>
              <a:t>example</a:t>
            </a:r>
            <a:r>
              <a:rPr lang="it-IT" sz="1950" b="1" dirty="0">
                <a:latin typeface="Aptos" panose="020B0004020202020204" pitchFamily="34" charset="0"/>
              </a:rPr>
              <a:t>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7E12DBC-E675-67C4-FC59-0FD729068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2793" y="1539815"/>
            <a:ext cx="3099040" cy="3099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493B5F-BE29-131D-08CE-7DA51FB06122}"/>
              </a:ext>
            </a:extLst>
          </p:cNvPr>
          <p:cNvSpPr txBox="1"/>
          <p:nvPr/>
        </p:nvSpPr>
        <p:spPr>
          <a:xfrm>
            <a:off x="990960" y="2431462"/>
            <a:ext cx="49688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T" sz="1650" dirty="0"/>
              <a:t>HARDWARE INFRASTRUCTURE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50" dirty="0"/>
              <a:t>DATA EXCHANGE CAPABILITIES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50" dirty="0"/>
              <a:t>DATA RETENTION CAPABILITIES</a:t>
            </a:r>
          </a:p>
          <a:p>
            <a:pPr marL="342900" indent="-342900">
              <a:buFont typeface="+mj-lt"/>
              <a:buAutoNum type="arabicPeriod"/>
            </a:pPr>
            <a:endParaRPr lang="en-IT" sz="16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71EC3-3C6F-46B3-C3E8-24C2F0EC2ADF}"/>
              </a:ext>
            </a:extLst>
          </p:cNvPr>
          <p:cNvSpPr txBox="1"/>
          <p:nvPr/>
        </p:nvSpPr>
        <p:spPr>
          <a:xfrm>
            <a:off x="1185055" y="4530191"/>
            <a:ext cx="47747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350" dirty="0"/>
              <a:t>SOLUTION: CONTAINERIZATION AND CI/CD DEVOPS PLAN</a:t>
            </a:r>
            <a:endParaRPr lang="en-IT" sz="675" dirty="0"/>
          </a:p>
        </p:txBody>
      </p:sp>
    </p:spTree>
    <p:extLst>
      <p:ext uri="{BB962C8B-B14F-4D97-AF65-F5344CB8AC3E}">
        <p14:creationId xmlns:p14="http://schemas.microsoft.com/office/powerpoint/2010/main" val="411768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REQUIREMENT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93B5F-BE29-131D-08CE-7DA51FB06122}"/>
              </a:ext>
            </a:extLst>
          </p:cNvPr>
          <p:cNvSpPr txBox="1"/>
          <p:nvPr/>
        </p:nvSpPr>
        <p:spPr>
          <a:xfrm>
            <a:off x="990960" y="2431462"/>
            <a:ext cx="4968815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T" sz="1650" dirty="0"/>
              <a:t>DATA INTEROPERABILITY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50" dirty="0"/>
              <a:t>SOFTWARE INTEROPERABILITY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50" dirty="0"/>
              <a:t>RESEARCHER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50" dirty="0"/>
              <a:t>HETEROGENITY OF LABORATORIES</a:t>
            </a:r>
          </a:p>
          <a:p>
            <a:pPr marL="342900" indent="-342900">
              <a:buFont typeface="+mj-lt"/>
              <a:buAutoNum type="arabicPeriod"/>
            </a:pPr>
            <a:endParaRPr lang="en-IT" sz="1650" dirty="0"/>
          </a:p>
          <a:p>
            <a:pPr marL="342900" indent="-342900">
              <a:buFont typeface="+mj-lt"/>
              <a:buAutoNum type="arabicPeriod"/>
            </a:pPr>
            <a:endParaRPr lang="en-IT" sz="165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F9AE23-D660-A314-BF0A-62FA152DC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9775" y="1871815"/>
            <a:ext cx="2712038" cy="2712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22A4B6-98AB-F792-CE84-849DB471EDDD}"/>
              </a:ext>
            </a:extLst>
          </p:cNvPr>
          <p:cNvSpPr txBox="1"/>
          <p:nvPr/>
        </p:nvSpPr>
        <p:spPr>
          <a:xfrm>
            <a:off x="2087592" y="4448177"/>
            <a:ext cx="496881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350" dirty="0"/>
              <a:t>SOLUTION: PROCESS ANALYSIS</a:t>
            </a:r>
            <a:endParaRPr lang="en-IT" sz="675" dirty="0"/>
          </a:p>
        </p:txBody>
      </p:sp>
    </p:spTree>
    <p:extLst>
      <p:ext uri="{BB962C8B-B14F-4D97-AF65-F5344CB8AC3E}">
        <p14:creationId xmlns:p14="http://schemas.microsoft.com/office/powerpoint/2010/main" val="3496711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REQUIREMENT ANALYSIS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1894CE0-36E7-0680-70C0-69866F429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1351" y="2308542"/>
            <a:ext cx="682101" cy="68210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B37B025-6794-6335-522F-243B37B7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0737" y="1631707"/>
            <a:ext cx="1542742" cy="15427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5E0D0A0-F1B3-3E87-B740-1C3E2F3C64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7770" y="1955600"/>
            <a:ext cx="1387986" cy="13879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48527ED-6392-26AE-DA74-8E5142D83C1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7571" y="2403078"/>
            <a:ext cx="1033366" cy="103336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925062-0012-56D8-F757-67AE93037FE8}"/>
              </a:ext>
            </a:extLst>
          </p:cNvPr>
          <p:cNvCxnSpPr/>
          <p:nvPr/>
        </p:nvCxnSpPr>
        <p:spPr>
          <a:xfrm>
            <a:off x="1792401" y="4219225"/>
            <a:ext cx="6004062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A4A078-9573-94E4-38ED-9DA1BB6D3B99}"/>
              </a:ext>
            </a:extLst>
          </p:cNvPr>
          <p:cNvSpPr txBox="1"/>
          <p:nvPr/>
        </p:nvSpPr>
        <p:spPr>
          <a:xfrm>
            <a:off x="1290856" y="3779413"/>
            <a:ext cx="1003091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in</a:t>
            </a:r>
            <a:endParaRPr lang="en-IT" sz="67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DAA11-39F6-02DA-2B02-35C3DC5F26A1}"/>
              </a:ext>
            </a:extLst>
          </p:cNvPr>
          <p:cNvSpPr txBox="1"/>
          <p:nvPr/>
        </p:nvSpPr>
        <p:spPr>
          <a:xfrm>
            <a:off x="3437644" y="3779413"/>
            <a:ext cx="226871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Researcher x Instruments</a:t>
            </a:r>
            <a:endParaRPr lang="en-IT" sz="67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17585-B8E1-E3CE-2C05-0AB51B7576C2}"/>
              </a:ext>
            </a:extLst>
          </p:cNvPr>
          <p:cNvSpPr txBox="1"/>
          <p:nvPr/>
        </p:nvSpPr>
        <p:spPr>
          <a:xfrm>
            <a:off x="7085396" y="3779413"/>
            <a:ext cx="97576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IT" sz="675" dirty="0"/>
          </a:p>
        </p:txBody>
      </p:sp>
    </p:spTree>
    <p:extLst>
      <p:ext uri="{BB962C8B-B14F-4D97-AF65-F5344CB8AC3E}">
        <p14:creationId xmlns:p14="http://schemas.microsoft.com/office/powerpoint/2010/main" val="1369436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REQUIREMENT ANALYSIS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42F4D3-C0E6-15A7-712F-98488C57B944}"/>
              </a:ext>
            </a:extLst>
          </p:cNvPr>
          <p:cNvCxnSpPr/>
          <p:nvPr/>
        </p:nvCxnSpPr>
        <p:spPr>
          <a:xfrm>
            <a:off x="1792401" y="4219225"/>
            <a:ext cx="6004062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BC0DBC-BA28-F3F6-4CB6-C60883938E10}"/>
              </a:ext>
            </a:extLst>
          </p:cNvPr>
          <p:cNvSpPr txBox="1"/>
          <p:nvPr/>
        </p:nvSpPr>
        <p:spPr>
          <a:xfrm>
            <a:off x="1290856" y="3779413"/>
            <a:ext cx="1003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in</a:t>
            </a:r>
            <a:endParaRPr lang="en-IT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6F59F-8E02-15DE-6876-5402F5110765}"/>
              </a:ext>
            </a:extLst>
          </p:cNvPr>
          <p:cNvSpPr txBox="1"/>
          <p:nvPr/>
        </p:nvSpPr>
        <p:spPr>
          <a:xfrm>
            <a:off x="3437644" y="3779413"/>
            <a:ext cx="2268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Researcher x Instruments</a:t>
            </a:r>
            <a:endParaRPr lang="en-IT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2DE68-6EFF-7E47-7066-55A125E8FD97}"/>
              </a:ext>
            </a:extLst>
          </p:cNvPr>
          <p:cNvSpPr txBox="1"/>
          <p:nvPr/>
        </p:nvSpPr>
        <p:spPr>
          <a:xfrm>
            <a:off x="7085396" y="3779413"/>
            <a:ext cx="9757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IT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88C106-EEA2-AA3E-F837-1CD5DA84ECD8}"/>
              </a:ext>
            </a:extLst>
          </p:cNvPr>
          <p:cNvCxnSpPr>
            <a:cxnSpLocks/>
          </p:cNvCxnSpPr>
          <p:nvPr/>
        </p:nvCxnSpPr>
        <p:spPr>
          <a:xfrm flipV="1">
            <a:off x="1792401" y="2992005"/>
            <a:ext cx="0" cy="655061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A43639-4DD9-5E5F-579B-7D9A67B78699}"/>
              </a:ext>
            </a:extLst>
          </p:cNvPr>
          <p:cNvCxnSpPr>
            <a:cxnSpLocks/>
          </p:cNvCxnSpPr>
          <p:nvPr/>
        </p:nvCxnSpPr>
        <p:spPr>
          <a:xfrm flipV="1">
            <a:off x="4572000" y="2992005"/>
            <a:ext cx="0" cy="655061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908056-F264-7BFA-0507-88B7DC139891}"/>
              </a:ext>
            </a:extLst>
          </p:cNvPr>
          <p:cNvCxnSpPr>
            <a:cxnSpLocks/>
          </p:cNvCxnSpPr>
          <p:nvPr/>
        </p:nvCxnSpPr>
        <p:spPr>
          <a:xfrm flipV="1">
            <a:off x="7453563" y="2992005"/>
            <a:ext cx="0" cy="655061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F805EC-1416-C06F-1242-D4DC89978B8F}"/>
              </a:ext>
            </a:extLst>
          </p:cNvPr>
          <p:cNvSpPr txBox="1"/>
          <p:nvPr/>
        </p:nvSpPr>
        <p:spPr>
          <a:xfrm>
            <a:off x="1290855" y="2482001"/>
            <a:ext cx="1259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 of the sample</a:t>
            </a:r>
            <a:endParaRPr lang="en-IT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17E1B-F0CD-D042-F5A7-BF24DAC8AD12}"/>
              </a:ext>
            </a:extLst>
          </p:cNvPr>
          <p:cNvSpPr txBox="1"/>
          <p:nvPr/>
        </p:nvSpPr>
        <p:spPr>
          <a:xfrm>
            <a:off x="4032518" y="2482000"/>
            <a:ext cx="1259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b="1" dirty="0"/>
              <a:t>Raw data</a:t>
            </a:r>
          </a:p>
          <a:p>
            <a:r>
              <a:rPr lang="en-IT" sz="1200" b="1" dirty="0"/>
              <a:t>original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EB94B0-C38F-99EC-D3E4-86423DB268E3}"/>
              </a:ext>
            </a:extLst>
          </p:cNvPr>
          <p:cNvSpPr txBox="1"/>
          <p:nvPr/>
        </p:nvSpPr>
        <p:spPr>
          <a:xfrm>
            <a:off x="6759712" y="2482001"/>
            <a:ext cx="1387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b="1" dirty="0"/>
              <a:t>Post-Processed data</a:t>
            </a:r>
          </a:p>
        </p:txBody>
      </p:sp>
    </p:spTree>
    <p:extLst>
      <p:ext uri="{BB962C8B-B14F-4D97-AF65-F5344CB8AC3E}">
        <p14:creationId xmlns:p14="http://schemas.microsoft.com/office/powerpoint/2010/main" val="2754997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REQUIREMENT ANALYSIS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5EEB52-8208-E86C-9224-A71E3F540324}"/>
              </a:ext>
            </a:extLst>
          </p:cNvPr>
          <p:cNvCxnSpPr/>
          <p:nvPr/>
        </p:nvCxnSpPr>
        <p:spPr>
          <a:xfrm>
            <a:off x="1792401" y="4219225"/>
            <a:ext cx="6004062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5BB6DA2-49DF-2276-6F22-F44DD8DFE575}"/>
              </a:ext>
            </a:extLst>
          </p:cNvPr>
          <p:cNvSpPr txBox="1"/>
          <p:nvPr/>
        </p:nvSpPr>
        <p:spPr>
          <a:xfrm>
            <a:off x="1290856" y="3779413"/>
            <a:ext cx="1003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in</a:t>
            </a:r>
            <a:endParaRPr lang="en-IT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765B5-FF0E-0D29-DBB8-A0B529ABACBF}"/>
              </a:ext>
            </a:extLst>
          </p:cNvPr>
          <p:cNvSpPr txBox="1"/>
          <p:nvPr/>
        </p:nvSpPr>
        <p:spPr>
          <a:xfrm>
            <a:off x="3437644" y="3779413"/>
            <a:ext cx="2268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Researcher x Instruments</a:t>
            </a:r>
            <a:endParaRPr lang="en-IT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11512-2BA3-79ED-6727-BA02A605B72C}"/>
              </a:ext>
            </a:extLst>
          </p:cNvPr>
          <p:cNvSpPr txBox="1"/>
          <p:nvPr/>
        </p:nvSpPr>
        <p:spPr>
          <a:xfrm>
            <a:off x="7085396" y="3779413"/>
            <a:ext cx="9757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IT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200574-23DB-E46C-20C7-787F0FA2648E}"/>
              </a:ext>
            </a:extLst>
          </p:cNvPr>
          <p:cNvGrpSpPr/>
          <p:nvPr/>
        </p:nvGrpSpPr>
        <p:grpSpPr>
          <a:xfrm>
            <a:off x="1792401" y="3162318"/>
            <a:ext cx="5661162" cy="484748"/>
            <a:chOff x="2389868" y="4523874"/>
            <a:chExt cx="7548216" cy="87341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5525B93-C4CF-6A29-F070-2719ECFA2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68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A7BE75E-C561-0EF0-1656-23E95385D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013570-C575-6D9E-E98A-C98C9AC33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084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C3DD638-199E-588D-E8CB-8BF0B509CB95}"/>
              </a:ext>
            </a:extLst>
          </p:cNvPr>
          <p:cNvSpPr txBox="1"/>
          <p:nvPr/>
        </p:nvSpPr>
        <p:spPr>
          <a:xfrm>
            <a:off x="1290855" y="2677570"/>
            <a:ext cx="1259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 of the sample</a:t>
            </a:r>
            <a:endParaRPr lang="en-IT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2E7E31-73F0-F051-7FEE-B7FFEA370379}"/>
              </a:ext>
            </a:extLst>
          </p:cNvPr>
          <p:cNvSpPr txBox="1"/>
          <p:nvPr/>
        </p:nvSpPr>
        <p:spPr>
          <a:xfrm>
            <a:off x="4032518" y="2677569"/>
            <a:ext cx="1259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b="1" dirty="0"/>
              <a:t>Raw data</a:t>
            </a:r>
          </a:p>
          <a:p>
            <a:r>
              <a:rPr lang="en-IT" sz="1200" b="1" dirty="0"/>
              <a:t>original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CD605B-9177-A8C1-15D5-4D525B7C7C46}"/>
              </a:ext>
            </a:extLst>
          </p:cNvPr>
          <p:cNvSpPr txBox="1"/>
          <p:nvPr/>
        </p:nvSpPr>
        <p:spPr>
          <a:xfrm>
            <a:off x="6759712" y="2677569"/>
            <a:ext cx="1387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b="1" dirty="0"/>
              <a:t>Post-Processed data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0AF2FA-3C59-CEE6-09F3-A895E283498A}"/>
              </a:ext>
            </a:extLst>
          </p:cNvPr>
          <p:cNvGrpSpPr/>
          <p:nvPr/>
        </p:nvGrpSpPr>
        <p:grpSpPr>
          <a:xfrm>
            <a:off x="1792400" y="2170849"/>
            <a:ext cx="5661162" cy="484748"/>
            <a:chOff x="2389868" y="4523874"/>
            <a:chExt cx="7548216" cy="873415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DC2D094-72AF-2BDF-6E20-8C381BE04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68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5B0213B-59F4-EE46-7761-65D557F7A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E8C8B79-59B0-9E9F-7C5A-95F8F1C58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084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2FED4C5-1C1B-58C3-C92A-9EF9E828B207}"/>
              </a:ext>
            </a:extLst>
          </p:cNvPr>
          <p:cNvSpPr txBox="1"/>
          <p:nvPr/>
        </p:nvSpPr>
        <p:spPr>
          <a:xfrm>
            <a:off x="162082" y="1698281"/>
            <a:ext cx="1259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Data:</a:t>
            </a:r>
            <a:endParaRPr lang="en-IT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4AE9AB-9888-DFE7-7AC7-892CDFD09AD6}"/>
              </a:ext>
            </a:extLst>
          </p:cNvPr>
          <p:cNvSpPr/>
          <p:nvPr/>
        </p:nvSpPr>
        <p:spPr>
          <a:xfrm>
            <a:off x="1290855" y="1678340"/>
            <a:ext cx="6770303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9CBBD3-ACFA-E64F-9B25-877402C1B78E}"/>
              </a:ext>
            </a:extLst>
          </p:cNvPr>
          <p:cNvSpPr txBox="1"/>
          <p:nvPr/>
        </p:nvSpPr>
        <p:spPr>
          <a:xfrm>
            <a:off x="3697558" y="1688310"/>
            <a:ext cx="1929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Datalake [S3 Bucket]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71085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REQUIREMENT ANALYSIS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AE9EDFD-6F83-CFDD-9B3A-1BE17CC18356}"/>
              </a:ext>
            </a:extLst>
          </p:cNvPr>
          <p:cNvCxnSpPr/>
          <p:nvPr/>
        </p:nvCxnSpPr>
        <p:spPr>
          <a:xfrm>
            <a:off x="2160338" y="4568595"/>
            <a:ext cx="6004062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97BDAA-3D95-7553-8783-B22D3F10410C}"/>
              </a:ext>
            </a:extLst>
          </p:cNvPr>
          <p:cNvSpPr txBox="1"/>
          <p:nvPr/>
        </p:nvSpPr>
        <p:spPr>
          <a:xfrm>
            <a:off x="1658792" y="4128783"/>
            <a:ext cx="1003091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in</a:t>
            </a:r>
            <a:endParaRPr lang="en-IT" sz="67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503F5-947B-D6F6-D1A2-546A234EA0F6}"/>
              </a:ext>
            </a:extLst>
          </p:cNvPr>
          <p:cNvSpPr txBox="1"/>
          <p:nvPr/>
        </p:nvSpPr>
        <p:spPr>
          <a:xfrm>
            <a:off x="3805580" y="4128783"/>
            <a:ext cx="226871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Researcher x Instruments</a:t>
            </a:r>
            <a:endParaRPr lang="en-IT" sz="67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CE4873-0DBF-81D8-D6C4-FFE8D9949E78}"/>
              </a:ext>
            </a:extLst>
          </p:cNvPr>
          <p:cNvSpPr txBox="1"/>
          <p:nvPr/>
        </p:nvSpPr>
        <p:spPr>
          <a:xfrm>
            <a:off x="7453332" y="4128783"/>
            <a:ext cx="97576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IT" sz="67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40E4F6-1FB5-A993-240B-4447150E127D}"/>
              </a:ext>
            </a:extLst>
          </p:cNvPr>
          <p:cNvGrpSpPr/>
          <p:nvPr/>
        </p:nvGrpSpPr>
        <p:grpSpPr>
          <a:xfrm>
            <a:off x="2160338" y="3741886"/>
            <a:ext cx="5661162" cy="376927"/>
            <a:chOff x="2389868" y="4523874"/>
            <a:chExt cx="7548216" cy="87341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DA6202B-04F8-7DEA-F728-9358FB245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68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094F755-7518-E0BE-2848-ABE1F5D4C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BBB9668-D260-83C7-5357-083A098B0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084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AB52C02-A458-8C8D-E7A2-9EAE53C77588}"/>
              </a:ext>
            </a:extLst>
          </p:cNvPr>
          <p:cNvSpPr txBox="1"/>
          <p:nvPr/>
        </p:nvSpPr>
        <p:spPr>
          <a:xfrm>
            <a:off x="1658791" y="3192241"/>
            <a:ext cx="1259837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 of the sample</a:t>
            </a:r>
            <a:endParaRPr lang="en-IT" sz="675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D368FB-D952-40BB-D6CD-045231A904AA}"/>
              </a:ext>
            </a:extLst>
          </p:cNvPr>
          <p:cNvSpPr txBox="1"/>
          <p:nvPr/>
        </p:nvSpPr>
        <p:spPr>
          <a:xfrm>
            <a:off x="4400453" y="3192240"/>
            <a:ext cx="125982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b="1" dirty="0"/>
              <a:t>Raw data</a:t>
            </a:r>
          </a:p>
          <a:p>
            <a:r>
              <a:rPr lang="en-IT" sz="675" b="1" dirty="0"/>
              <a:t>original 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F36BE-3127-208B-CD3E-028155D24616}"/>
              </a:ext>
            </a:extLst>
          </p:cNvPr>
          <p:cNvSpPr txBox="1"/>
          <p:nvPr/>
        </p:nvSpPr>
        <p:spPr>
          <a:xfrm>
            <a:off x="7127648" y="3192240"/>
            <a:ext cx="138770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b="1" dirty="0"/>
              <a:t>Post-Processed data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6907C2-5B68-2CD8-D101-A376207B4146}"/>
              </a:ext>
            </a:extLst>
          </p:cNvPr>
          <p:cNvGrpSpPr/>
          <p:nvPr/>
        </p:nvGrpSpPr>
        <p:grpSpPr>
          <a:xfrm>
            <a:off x="2160337" y="2750418"/>
            <a:ext cx="5661162" cy="376927"/>
            <a:chOff x="2389868" y="4523874"/>
            <a:chExt cx="7548216" cy="873415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D3E26A1-E8B0-2757-B805-3D2E56815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68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4964731-1C88-5B42-A3A9-85548B16F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4A35515-C1DF-1A78-0F72-5773348EE9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084" y="4523874"/>
              <a:ext cx="0" cy="873415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30C6CC1-C194-731A-C5BF-B1F8DE946E75}"/>
              </a:ext>
            </a:extLst>
          </p:cNvPr>
          <p:cNvSpPr txBox="1"/>
          <p:nvPr/>
        </p:nvSpPr>
        <p:spPr>
          <a:xfrm>
            <a:off x="530019" y="2391690"/>
            <a:ext cx="1259837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:</a:t>
            </a:r>
            <a:endParaRPr lang="en-IT" sz="675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39F31F-B230-D79E-8145-F869CF175E8C}"/>
              </a:ext>
            </a:extLst>
          </p:cNvPr>
          <p:cNvSpPr txBox="1"/>
          <p:nvPr/>
        </p:nvSpPr>
        <p:spPr>
          <a:xfrm>
            <a:off x="4065493" y="2381720"/>
            <a:ext cx="1929749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Datalake [S3 Bucket]</a:t>
            </a:r>
            <a:endParaRPr lang="en-IT" sz="675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447F6A-BA75-98FE-E4C7-FFF2E5367F9F}"/>
              </a:ext>
            </a:extLst>
          </p:cNvPr>
          <p:cNvSpPr/>
          <p:nvPr/>
        </p:nvSpPr>
        <p:spPr>
          <a:xfrm>
            <a:off x="1658792" y="2371749"/>
            <a:ext cx="6770303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4F94AE-7401-F2C6-54D0-31E45FC035F4}"/>
              </a:ext>
            </a:extLst>
          </p:cNvPr>
          <p:cNvSpPr txBox="1"/>
          <p:nvPr/>
        </p:nvSpPr>
        <p:spPr>
          <a:xfrm>
            <a:off x="530019" y="2094750"/>
            <a:ext cx="1259837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Metadata :</a:t>
            </a:r>
            <a:endParaRPr lang="en-IT" sz="675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3CF8A2-BF2A-CF91-66F9-90E610E7F57E}"/>
              </a:ext>
            </a:extLst>
          </p:cNvPr>
          <p:cNvSpPr txBox="1"/>
          <p:nvPr/>
        </p:nvSpPr>
        <p:spPr>
          <a:xfrm>
            <a:off x="1852695" y="2081925"/>
            <a:ext cx="10030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dirty="0"/>
              <a:t>easyDMP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D72DFA-1AAB-0278-571E-E9ADD299F7A1}"/>
              </a:ext>
            </a:extLst>
          </p:cNvPr>
          <p:cNvSpPr/>
          <p:nvPr/>
        </p:nvSpPr>
        <p:spPr>
          <a:xfrm>
            <a:off x="1658792" y="2074809"/>
            <a:ext cx="1259836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68A609-C0CA-8E71-208E-21F948D41032}"/>
              </a:ext>
            </a:extLst>
          </p:cNvPr>
          <p:cNvSpPr txBox="1"/>
          <p:nvPr/>
        </p:nvSpPr>
        <p:spPr>
          <a:xfrm>
            <a:off x="3874004" y="2075513"/>
            <a:ext cx="10030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dirty="0"/>
              <a:t>easyDMP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D67AD0-564E-5CEA-D52D-BECC0110CAA6}"/>
              </a:ext>
            </a:extLst>
          </p:cNvPr>
          <p:cNvSpPr/>
          <p:nvPr/>
        </p:nvSpPr>
        <p:spPr>
          <a:xfrm>
            <a:off x="3680100" y="2068397"/>
            <a:ext cx="1259836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CCD918-124F-2FA0-8CF4-9D263571C334}"/>
              </a:ext>
            </a:extLst>
          </p:cNvPr>
          <p:cNvSpPr txBox="1"/>
          <p:nvPr/>
        </p:nvSpPr>
        <p:spPr>
          <a:xfrm>
            <a:off x="5133839" y="2068397"/>
            <a:ext cx="10030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dirty="0"/>
              <a:t>elabFTW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3AC881-A066-44C5-5210-4AF5E1FC2172}"/>
              </a:ext>
            </a:extLst>
          </p:cNvPr>
          <p:cNvSpPr/>
          <p:nvPr/>
        </p:nvSpPr>
        <p:spPr>
          <a:xfrm>
            <a:off x="4939936" y="2068397"/>
            <a:ext cx="1259836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81D86B-AC3C-DF5B-33B1-03D55BB08DFA}"/>
              </a:ext>
            </a:extLst>
          </p:cNvPr>
          <p:cNvSpPr txBox="1"/>
          <p:nvPr/>
        </p:nvSpPr>
        <p:spPr>
          <a:xfrm>
            <a:off x="7359680" y="2074809"/>
            <a:ext cx="10030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dirty="0"/>
              <a:t>easyDMP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0FAEBE-4C54-8955-756E-F1511A751ED0}"/>
              </a:ext>
            </a:extLst>
          </p:cNvPr>
          <p:cNvSpPr/>
          <p:nvPr/>
        </p:nvSpPr>
        <p:spPr>
          <a:xfrm>
            <a:off x="7165777" y="2067693"/>
            <a:ext cx="1259836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170A10-86B5-5A47-A1A2-F67479B78079}"/>
              </a:ext>
            </a:extLst>
          </p:cNvPr>
          <p:cNvSpPr/>
          <p:nvPr/>
        </p:nvSpPr>
        <p:spPr>
          <a:xfrm>
            <a:off x="1658791" y="1777869"/>
            <a:ext cx="6766822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9D8F7A-90ED-4892-B0F3-532D7E912C09}"/>
              </a:ext>
            </a:extLst>
          </p:cNvPr>
          <p:cNvSpPr txBox="1"/>
          <p:nvPr/>
        </p:nvSpPr>
        <p:spPr>
          <a:xfrm>
            <a:off x="538295" y="1817751"/>
            <a:ext cx="996881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75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 :</a:t>
            </a:r>
            <a:endParaRPr lang="en-IT" sz="675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CF10B4-EA13-0F4F-5657-A0BA0A69126E}"/>
              </a:ext>
            </a:extLst>
          </p:cNvPr>
          <p:cNvSpPr txBox="1"/>
          <p:nvPr/>
        </p:nvSpPr>
        <p:spPr>
          <a:xfrm>
            <a:off x="3988985" y="1784633"/>
            <a:ext cx="229170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675" dirty="0"/>
              <a:t>Data Management Plan</a:t>
            </a:r>
          </a:p>
        </p:txBody>
      </p:sp>
    </p:spTree>
    <p:extLst>
      <p:ext uri="{BB962C8B-B14F-4D97-AF65-F5344CB8AC3E}">
        <p14:creationId xmlns:p14="http://schemas.microsoft.com/office/powerpoint/2010/main" val="222383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DESIGN – «First» </a:t>
            </a:r>
            <a:r>
              <a:rPr lang="it-IT" sz="1950" b="1" dirty="0" err="1">
                <a:latin typeface="Aptos" panose="020B0004020202020204" pitchFamily="34" charset="0"/>
              </a:rPr>
              <a:t>element</a:t>
            </a:r>
            <a:endParaRPr lang="it-IT" sz="1950" b="1" dirty="0">
              <a:latin typeface="Aptos" panose="020B0004020202020204" pitchFamily="34" charset="0"/>
            </a:endParaRP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E510F8DC-3747-05D3-6FF8-2F9320E3D9A6}"/>
              </a:ext>
            </a:extLst>
          </p:cNvPr>
          <p:cNvSpPr/>
          <p:nvPr/>
        </p:nvSpPr>
        <p:spPr>
          <a:xfrm>
            <a:off x="7247235" y="1970021"/>
            <a:ext cx="680831" cy="968804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96ED526-D68B-2B0F-F294-B93040032B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2896" y="2348893"/>
            <a:ext cx="738935" cy="73893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BA2DAC8-E13D-AF90-E384-CC6D93F35BBF}"/>
              </a:ext>
            </a:extLst>
          </p:cNvPr>
          <p:cNvGrpSpPr/>
          <p:nvPr/>
        </p:nvGrpSpPr>
        <p:grpSpPr>
          <a:xfrm>
            <a:off x="1358980" y="2119254"/>
            <a:ext cx="1044663" cy="880191"/>
            <a:chOff x="585220" y="4373113"/>
            <a:chExt cx="1392884" cy="1173588"/>
          </a:xfrm>
        </p:grpSpPr>
        <p:grpSp>
          <p:nvGrpSpPr>
            <p:cNvPr id="21" name="Graphic 26">
              <a:extLst>
                <a:ext uri="{FF2B5EF4-FFF2-40B4-BE49-F238E27FC236}">
                  <a16:creationId xmlns:a16="http://schemas.microsoft.com/office/drawing/2014/main" id="{5BB2A7CF-62CD-186D-220C-B39618D60B1C}"/>
                </a:ext>
              </a:extLst>
            </p:cNvPr>
            <p:cNvGrpSpPr/>
            <p:nvPr/>
          </p:nvGrpSpPr>
          <p:grpSpPr>
            <a:xfrm>
              <a:off x="585220" y="4409756"/>
              <a:ext cx="1377199" cy="1136945"/>
              <a:chOff x="585220" y="4409756"/>
              <a:chExt cx="1377199" cy="1136945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B67AAC-A0BF-9017-EBD3-C2D913000EE3}"/>
                  </a:ext>
                </a:extLst>
              </p:cNvPr>
              <p:cNvSpPr/>
              <p:nvPr/>
            </p:nvSpPr>
            <p:spPr>
              <a:xfrm>
                <a:off x="585220" y="4409756"/>
                <a:ext cx="1377199" cy="1136945"/>
              </a:xfrm>
              <a:custGeom>
                <a:avLst/>
                <a:gdLst>
                  <a:gd name="connsiteX0" fmla="*/ 1377199 w 1377199"/>
                  <a:gd name="connsiteY0" fmla="*/ 43078 h 1136945"/>
                  <a:gd name="connsiteX1" fmla="*/ 1377199 w 1377199"/>
                  <a:gd name="connsiteY1" fmla="*/ 1136945 h 1136945"/>
                  <a:gd name="connsiteX2" fmla="*/ 643 w 1377199"/>
                  <a:gd name="connsiteY2" fmla="*/ 1136945 h 1136945"/>
                  <a:gd name="connsiteX3" fmla="*/ 643 w 1377199"/>
                  <a:gd name="connsiteY3" fmla="*/ 175310 h 1136945"/>
                  <a:gd name="connsiteX4" fmla="*/ 0 w 1377199"/>
                  <a:gd name="connsiteY4" fmla="*/ 175310 h 1136945"/>
                  <a:gd name="connsiteX5" fmla="*/ 0 w 1377199"/>
                  <a:gd name="connsiteY5" fmla="*/ 52506 h 1136945"/>
                  <a:gd name="connsiteX6" fmla="*/ 1286 w 1377199"/>
                  <a:gd name="connsiteY6" fmla="*/ 52506 h 1136945"/>
                  <a:gd name="connsiteX7" fmla="*/ 0 w 1377199"/>
                  <a:gd name="connsiteY7" fmla="*/ 43078 h 1136945"/>
                  <a:gd name="connsiteX8" fmla="*/ 43078 w 1377199"/>
                  <a:gd name="connsiteY8" fmla="*/ 0 h 1136945"/>
                  <a:gd name="connsiteX9" fmla="*/ 1334121 w 1377199"/>
                  <a:gd name="connsiteY9" fmla="*/ 0 h 1136945"/>
                  <a:gd name="connsiteX10" fmla="*/ 1377199 w 1377199"/>
                  <a:gd name="connsiteY10" fmla="*/ 43078 h 1136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7199" h="1136945">
                    <a:moveTo>
                      <a:pt x="1377199" y="43078"/>
                    </a:moveTo>
                    <a:lnTo>
                      <a:pt x="1377199" y="1136945"/>
                    </a:lnTo>
                    <a:lnTo>
                      <a:pt x="643" y="1136945"/>
                    </a:lnTo>
                    <a:lnTo>
                      <a:pt x="643" y="175310"/>
                    </a:lnTo>
                    <a:lnTo>
                      <a:pt x="0" y="175310"/>
                    </a:lnTo>
                    <a:lnTo>
                      <a:pt x="0" y="52506"/>
                    </a:lnTo>
                    <a:lnTo>
                      <a:pt x="1286" y="52506"/>
                    </a:lnTo>
                    <a:cubicBezTo>
                      <a:pt x="430" y="49509"/>
                      <a:pt x="0" y="46289"/>
                      <a:pt x="0" y="43078"/>
                    </a:cubicBezTo>
                    <a:cubicBezTo>
                      <a:pt x="0" y="19286"/>
                      <a:pt x="19289" y="0"/>
                      <a:pt x="43078" y="0"/>
                    </a:cubicBezTo>
                    <a:lnTo>
                      <a:pt x="1334121" y="0"/>
                    </a:lnTo>
                    <a:cubicBezTo>
                      <a:pt x="1357910" y="0"/>
                      <a:pt x="1377199" y="19286"/>
                      <a:pt x="1377199" y="43078"/>
                    </a:cubicBezTo>
                    <a:close/>
                  </a:path>
                </a:pathLst>
              </a:custGeom>
              <a:solidFill>
                <a:srgbClr val="50555B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14BFF52-CF6F-43A5-4E98-F1685903D1AB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939809"/>
              </a:xfrm>
              <a:custGeom>
                <a:avLst/>
                <a:gdLst>
                  <a:gd name="connsiteX0" fmla="*/ 0 w 1327334"/>
                  <a:gd name="connsiteY0" fmla="*/ 0 h 939809"/>
                  <a:gd name="connsiteX1" fmla="*/ 1327335 w 1327334"/>
                  <a:gd name="connsiteY1" fmla="*/ 0 h 939809"/>
                  <a:gd name="connsiteX2" fmla="*/ 1327335 w 1327334"/>
                  <a:gd name="connsiteY2" fmla="*/ 939809 h 939809"/>
                  <a:gd name="connsiteX3" fmla="*/ 0 w 1327334"/>
                  <a:gd name="connsiteY3" fmla="*/ 939809 h 93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93980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939809"/>
                    </a:lnTo>
                    <a:lnTo>
                      <a:pt x="0" y="939809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C2B783C-B7A7-BE66-8685-51F7AC6A30E3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55849"/>
              </a:xfrm>
              <a:custGeom>
                <a:avLst/>
                <a:gdLst>
                  <a:gd name="connsiteX0" fmla="*/ 0 w 1327334"/>
                  <a:gd name="connsiteY0" fmla="*/ 0 h 55849"/>
                  <a:gd name="connsiteX1" fmla="*/ 1327335 w 1327334"/>
                  <a:gd name="connsiteY1" fmla="*/ 0 h 55849"/>
                  <a:gd name="connsiteX2" fmla="*/ 1327335 w 1327334"/>
                  <a:gd name="connsiteY2" fmla="*/ 55849 h 55849"/>
                  <a:gd name="connsiteX3" fmla="*/ 0 w 1327334"/>
                  <a:gd name="connsiteY3" fmla="*/ 55849 h 55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5584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55849"/>
                    </a:lnTo>
                    <a:lnTo>
                      <a:pt x="0" y="55849"/>
                    </a:lnTo>
                    <a:close/>
                  </a:path>
                </a:pathLst>
              </a:custGeom>
              <a:solidFill>
                <a:srgbClr val="191919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34" name="Graphic 26">
                <a:extLst>
                  <a:ext uri="{FF2B5EF4-FFF2-40B4-BE49-F238E27FC236}">
                    <a16:creationId xmlns:a16="http://schemas.microsoft.com/office/drawing/2014/main" id="{49561946-C40A-0E51-F417-69F9E453715F}"/>
                  </a:ext>
                </a:extLst>
              </p:cNvPr>
              <p:cNvGrpSpPr/>
              <p:nvPr/>
            </p:nvGrpSpPr>
            <p:grpSpPr>
              <a:xfrm>
                <a:off x="653391" y="4462573"/>
                <a:ext cx="302908" cy="69521"/>
                <a:chOff x="653391" y="4462573"/>
                <a:chExt cx="302908" cy="69521"/>
              </a:xfrm>
            </p:grpSpPr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2EABEAC5-D8CB-41DC-A205-652BB86139C1}"/>
                    </a:ext>
                  </a:extLst>
                </p:cNvPr>
                <p:cNvSpPr/>
                <p:nvPr/>
              </p:nvSpPr>
              <p:spPr>
                <a:xfrm>
                  <a:off x="890985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97CB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CD50D7DA-618D-D2B8-3349-07AC2E540FBB}"/>
                    </a:ext>
                  </a:extLst>
                </p:cNvPr>
                <p:cNvSpPr/>
                <p:nvPr/>
              </p:nvSpPr>
              <p:spPr>
                <a:xfrm>
                  <a:off x="772188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F7E7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B29984B5-7F5B-664D-116B-F957BB2DED25}"/>
                    </a:ext>
                  </a:extLst>
                </p:cNvPr>
                <p:cNvSpPr/>
                <p:nvPr/>
              </p:nvSpPr>
              <p:spPr>
                <a:xfrm>
                  <a:off x="653391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EB6D81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35" name="Graphic 26">
                <a:extLst>
                  <a:ext uri="{FF2B5EF4-FFF2-40B4-BE49-F238E27FC236}">
                    <a16:creationId xmlns:a16="http://schemas.microsoft.com/office/drawing/2014/main" id="{C06E50D2-0724-9F2F-4B22-9171BDC64862}"/>
                  </a:ext>
                </a:extLst>
              </p:cNvPr>
              <p:cNvGrpSpPr/>
              <p:nvPr/>
            </p:nvGrpSpPr>
            <p:grpSpPr>
              <a:xfrm>
                <a:off x="729661" y="5231682"/>
                <a:ext cx="1110159" cy="172166"/>
                <a:chOff x="729661" y="5231682"/>
                <a:chExt cx="1110159" cy="172166"/>
              </a:xfrm>
            </p:grpSpPr>
            <p:grpSp>
              <p:nvGrpSpPr>
                <p:cNvPr id="41" name="Graphic 26">
                  <a:extLst>
                    <a:ext uri="{FF2B5EF4-FFF2-40B4-BE49-F238E27FC236}">
                      <a16:creationId xmlns:a16="http://schemas.microsoft.com/office/drawing/2014/main" id="{7E80DB1D-40DD-409F-B8AA-E340CC5BB4E1}"/>
                    </a:ext>
                  </a:extLst>
                </p:cNvPr>
                <p:cNvGrpSpPr/>
                <p:nvPr/>
              </p:nvGrpSpPr>
              <p:grpSpPr>
                <a:xfrm>
                  <a:off x="729661" y="5231682"/>
                  <a:ext cx="523585" cy="172166"/>
                  <a:chOff x="729661" y="5231682"/>
                  <a:chExt cx="523585" cy="172166"/>
                </a:xfrm>
              </p:grpSpPr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5367DCB0-FCCB-458B-0402-F9DF1A7782E0}"/>
                      </a:ext>
                    </a:extLst>
                  </p:cNvPr>
                  <p:cNvSpPr/>
                  <p:nvPr/>
                </p:nvSpPr>
                <p:spPr>
                  <a:xfrm>
                    <a:off x="729661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9" name="Graphic 26">
                    <a:extLst>
                      <a:ext uri="{FF2B5EF4-FFF2-40B4-BE49-F238E27FC236}">
                        <a16:creationId xmlns:a16="http://schemas.microsoft.com/office/drawing/2014/main" id="{59523032-E865-7A36-FFE7-CED48B83D57B}"/>
                      </a:ext>
                    </a:extLst>
                  </p:cNvPr>
                  <p:cNvGrpSpPr/>
                  <p:nvPr/>
                </p:nvGrpSpPr>
                <p:grpSpPr>
                  <a:xfrm>
                    <a:off x="968621" y="5238676"/>
                    <a:ext cx="284625" cy="153151"/>
                    <a:chOff x="968621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50" name="Freeform 49">
                      <a:extLst>
                        <a:ext uri="{FF2B5EF4-FFF2-40B4-BE49-F238E27FC236}">
                          <a16:creationId xmlns:a16="http://schemas.microsoft.com/office/drawing/2014/main" id="{56A81604-4677-E795-6804-7E6D70E594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1" name="Freeform 50">
                      <a:extLst>
                        <a:ext uri="{FF2B5EF4-FFF2-40B4-BE49-F238E27FC236}">
                          <a16:creationId xmlns:a16="http://schemas.microsoft.com/office/drawing/2014/main" id="{459B63D9-8760-0F16-593A-72FE0AC7A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2" name="Freeform 51">
                      <a:extLst>
                        <a:ext uri="{FF2B5EF4-FFF2-40B4-BE49-F238E27FC236}">
                          <a16:creationId xmlns:a16="http://schemas.microsoft.com/office/drawing/2014/main" id="{D887CB48-2D50-2260-04BB-D25BCB2E3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42" name="Graphic 26">
                  <a:extLst>
                    <a:ext uri="{FF2B5EF4-FFF2-40B4-BE49-F238E27FC236}">
                      <a16:creationId xmlns:a16="http://schemas.microsoft.com/office/drawing/2014/main" id="{0142343F-7C33-A1F5-1B85-58B255852826}"/>
                    </a:ext>
                  </a:extLst>
                </p:cNvPr>
                <p:cNvGrpSpPr/>
                <p:nvPr/>
              </p:nvGrpSpPr>
              <p:grpSpPr>
                <a:xfrm>
                  <a:off x="1316238" y="5231682"/>
                  <a:ext cx="523583" cy="172166"/>
                  <a:chOff x="1316238" y="5231682"/>
                  <a:chExt cx="523583" cy="172166"/>
                </a:xfrm>
              </p:grpSpPr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3DD52E28-D245-E2CC-8643-CB6FE8D8D1C6}"/>
                      </a:ext>
                    </a:extLst>
                  </p:cNvPr>
                  <p:cNvSpPr/>
                  <p:nvPr/>
                </p:nvSpPr>
                <p:spPr>
                  <a:xfrm>
                    <a:off x="1316238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4" name="Graphic 26">
                    <a:extLst>
                      <a:ext uri="{FF2B5EF4-FFF2-40B4-BE49-F238E27FC236}">
                        <a16:creationId xmlns:a16="http://schemas.microsoft.com/office/drawing/2014/main" id="{0A4514F7-255C-5D44-6437-9D4ED2AACBFC}"/>
                      </a:ext>
                    </a:extLst>
                  </p:cNvPr>
                  <p:cNvGrpSpPr/>
                  <p:nvPr/>
                </p:nvGrpSpPr>
                <p:grpSpPr>
                  <a:xfrm>
                    <a:off x="1555195" y="5238676"/>
                    <a:ext cx="284625" cy="153151"/>
                    <a:chOff x="1555195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45" name="Freeform 44">
                      <a:extLst>
                        <a:ext uri="{FF2B5EF4-FFF2-40B4-BE49-F238E27FC236}">
                          <a16:creationId xmlns:a16="http://schemas.microsoft.com/office/drawing/2014/main" id="{6BB20EBF-15C3-1D6B-2298-96A22B7D5F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6" name="Freeform 45">
                      <a:extLst>
                        <a:ext uri="{FF2B5EF4-FFF2-40B4-BE49-F238E27FC236}">
                          <a16:creationId xmlns:a16="http://schemas.microsoft.com/office/drawing/2014/main" id="{0740CDD8-AA1A-CF42-4E32-18CE510957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7" name="Freeform 46">
                      <a:extLst>
                        <a:ext uri="{FF2B5EF4-FFF2-40B4-BE49-F238E27FC236}">
                          <a16:creationId xmlns:a16="http://schemas.microsoft.com/office/drawing/2014/main" id="{BC926149-9D37-2ECD-3A00-443AD8839C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36" name="Graphic 26">
                <a:extLst>
                  <a:ext uri="{FF2B5EF4-FFF2-40B4-BE49-F238E27FC236}">
                    <a16:creationId xmlns:a16="http://schemas.microsoft.com/office/drawing/2014/main" id="{CB0EDDE4-05E6-6F26-E7B9-540B48F5D0F3}"/>
                  </a:ext>
                </a:extLst>
              </p:cNvPr>
              <p:cNvGrpSpPr/>
              <p:nvPr/>
            </p:nvGrpSpPr>
            <p:grpSpPr>
              <a:xfrm>
                <a:off x="1430324" y="4664034"/>
                <a:ext cx="429395" cy="54638"/>
                <a:chOff x="1430324" y="4664034"/>
                <a:chExt cx="429395" cy="54638"/>
              </a:xfrm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9833F444-A17A-716E-56DC-B3450B0CD873}"/>
                    </a:ext>
                  </a:extLst>
                </p:cNvPr>
                <p:cNvSpPr/>
                <p:nvPr/>
              </p:nvSpPr>
              <p:spPr>
                <a:xfrm>
                  <a:off x="1771202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8FD1D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5C41EE48-4B2C-3691-87D4-E58A903B4E71}"/>
                    </a:ext>
                  </a:extLst>
                </p:cNvPr>
                <p:cNvSpPr/>
                <p:nvPr/>
              </p:nvSpPr>
              <p:spPr>
                <a:xfrm>
                  <a:off x="1657575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EFF09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53E6E702-9CF3-1938-BB25-041CB8CAD541}"/>
                    </a:ext>
                  </a:extLst>
                </p:cNvPr>
                <p:cNvSpPr/>
                <p:nvPr/>
              </p:nvSpPr>
              <p:spPr>
                <a:xfrm>
                  <a:off x="1543951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F2B47D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21F99685-206D-69B5-0FF5-2ED78A79F1A6}"/>
                    </a:ext>
                  </a:extLst>
                </p:cNvPr>
                <p:cNvSpPr/>
                <p:nvPr/>
              </p:nvSpPr>
              <p:spPr>
                <a:xfrm>
                  <a:off x="1430324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759EAC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D66D1E-9441-BCA1-EB36-DDEE2550A257}"/>
                </a:ext>
              </a:extLst>
            </p:cNvPr>
            <p:cNvSpPr txBox="1"/>
            <p:nvPr/>
          </p:nvSpPr>
          <p:spPr>
            <a:xfrm>
              <a:off x="1244569" y="4373113"/>
              <a:ext cx="733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easyDMP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5BD146A-24A0-9BC9-DF59-4D0F387A9EC2}"/>
                </a:ext>
              </a:extLst>
            </p:cNvPr>
            <p:cNvSpPr/>
            <p:nvPr/>
          </p:nvSpPr>
          <p:spPr>
            <a:xfrm>
              <a:off x="715556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D40D111-0335-83C9-052F-4A89BDE942C9}"/>
                </a:ext>
              </a:extLst>
            </p:cNvPr>
            <p:cNvSpPr/>
            <p:nvPr/>
          </p:nvSpPr>
          <p:spPr>
            <a:xfrm>
              <a:off x="954516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E11D2BA-8AF6-B00D-CF90-CC9AFD79B72F}"/>
                </a:ext>
              </a:extLst>
            </p:cNvPr>
            <p:cNvSpPr/>
            <p:nvPr/>
          </p:nvSpPr>
          <p:spPr>
            <a:xfrm>
              <a:off x="954516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C7E9DD6-1A4F-4B50-3D77-9BD5198BDCAD}"/>
                </a:ext>
              </a:extLst>
            </p:cNvPr>
            <p:cNvSpPr/>
            <p:nvPr/>
          </p:nvSpPr>
          <p:spPr>
            <a:xfrm>
              <a:off x="954516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13641C0-D6BD-009E-AD5F-C7282627A062}"/>
                </a:ext>
              </a:extLst>
            </p:cNvPr>
            <p:cNvSpPr/>
            <p:nvPr/>
          </p:nvSpPr>
          <p:spPr>
            <a:xfrm>
              <a:off x="1302133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946734-50A1-101A-DD20-7613F694A882}"/>
                </a:ext>
              </a:extLst>
            </p:cNvPr>
            <p:cNvSpPr/>
            <p:nvPr/>
          </p:nvSpPr>
          <p:spPr>
            <a:xfrm>
              <a:off x="1541090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728E755-43CF-C009-2450-04EA93F5CB30}"/>
                </a:ext>
              </a:extLst>
            </p:cNvPr>
            <p:cNvSpPr/>
            <p:nvPr/>
          </p:nvSpPr>
          <p:spPr>
            <a:xfrm>
              <a:off x="1541090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0A20D25-5649-6007-3FE1-F2EDB67461E6}"/>
                </a:ext>
              </a:extLst>
            </p:cNvPr>
            <p:cNvSpPr/>
            <p:nvPr/>
          </p:nvSpPr>
          <p:spPr>
            <a:xfrm>
              <a:off x="1541090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F6284D8-2B79-71BE-F932-ABF6F9365678}"/>
              </a:ext>
            </a:extLst>
          </p:cNvPr>
          <p:cNvSpPr txBox="1"/>
          <p:nvPr/>
        </p:nvSpPr>
        <p:spPr>
          <a:xfrm>
            <a:off x="6129539" y="1934569"/>
            <a:ext cx="928459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9ED852-7247-7B86-741B-A0CF7461B7F3}"/>
              </a:ext>
            </a:extLst>
          </p:cNvPr>
          <p:cNvSpPr/>
          <p:nvPr/>
        </p:nvSpPr>
        <p:spPr>
          <a:xfrm>
            <a:off x="4213442" y="1952911"/>
            <a:ext cx="601005" cy="1276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0941CE-330E-981D-CF15-0B69A64CC172}"/>
              </a:ext>
            </a:extLst>
          </p:cNvPr>
          <p:cNvSpPr/>
          <p:nvPr/>
        </p:nvSpPr>
        <p:spPr>
          <a:xfrm>
            <a:off x="5195946" y="1952911"/>
            <a:ext cx="499165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675" dirty="0"/>
              <a:t>DJANGO ORM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514B11-B0F9-8317-D4C2-12F4BFEDCACA}"/>
              </a:ext>
            </a:extLst>
          </p:cNvPr>
          <p:cNvSpPr/>
          <p:nvPr/>
        </p:nvSpPr>
        <p:spPr>
          <a:xfrm>
            <a:off x="4819284" y="1952911"/>
            <a:ext cx="370067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IT" sz="675" dirty="0"/>
              <a:t>    Wagtail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F328E4-8054-8DFA-FCE9-E04753F2B4CA}"/>
              </a:ext>
            </a:extLst>
          </p:cNvPr>
          <p:cNvSpPr/>
          <p:nvPr/>
        </p:nvSpPr>
        <p:spPr>
          <a:xfrm>
            <a:off x="3565874" y="1957421"/>
            <a:ext cx="649108" cy="1274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admin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370231B-8418-AE10-15EE-C2222D8479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8583" y="2186350"/>
            <a:ext cx="738935" cy="738935"/>
          </a:xfrm>
          <a:prstGeom prst="rect">
            <a:avLst/>
          </a:prstGeom>
        </p:spPr>
      </p:pic>
      <p:pic>
        <p:nvPicPr>
          <p:cNvPr id="62" name="Picture 4" descr="Django Community | Django">
            <a:extLst>
              <a:ext uri="{FF2B5EF4-FFF2-40B4-BE49-F238E27FC236}">
                <a16:creationId xmlns:a16="http://schemas.microsoft.com/office/drawing/2014/main" id="{BA7FF32F-A1D6-8388-3380-7A286E992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24" b="92823" l="4167" r="96583">
                        <a14:foregroundMark x1="12083" y1="27512" x2="12083" y2="27512"/>
                        <a14:foregroundMark x1="4167" y1="33971" x2="4167" y2="33971"/>
                        <a14:foregroundMark x1="22750" y1="45694" x2="22750" y2="45694"/>
                        <a14:foregroundMark x1="23250" y1="13636" x2="23250" y2="13636"/>
                        <a14:foregroundMark x1="37333" y1="32536" x2="37333" y2="32536"/>
                        <a14:foregroundMark x1="50500" y1="33014" x2="50500" y2="33014"/>
                        <a14:foregroundMark x1="22667" y1="5502" x2="22667" y2="5502"/>
                        <a14:foregroundMark x1="71500" y1="93062" x2="71500" y2="93062"/>
                        <a14:foregroundMark x1="87583" y1="66746" x2="87583" y2="66746"/>
                        <a14:foregroundMark x1="96583" y1="52153" x2="96583" y2="52153"/>
                        <a14:backgroundMark x1="30250" y1="12679" x2="30250" y2="12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538" y="3272283"/>
            <a:ext cx="665626" cy="23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Combined logo">
            <a:extLst>
              <a:ext uri="{FF2B5EF4-FFF2-40B4-BE49-F238E27FC236}">
                <a16:creationId xmlns:a16="http://schemas.microsoft.com/office/drawing/2014/main" id="{6A1DB93C-0158-F239-3990-3D5924024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6967" y1="53521" x2="36967" y2="53521"/>
                        <a14:foregroundMark x1="43602" y1="45070" x2="43602" y2="45070"/>
                        <a14:foregroundMark x1="46445" y1="46479" x2="46445" y2="46479"/>
                        <a14:foregroundMark x1="53081" y1="49296" x2="53081" y2="49296"/>
                        <a14:foregroundMark x1="57346" y1="35211" x2="57346" y2="35211"/>
                        <a14:foregroundMark x1="62085" y1="35211" x2="62085" y2="35211"/>
                        <a14:foregroundMark x1="66351" y1="32394" x2="66351" y2="32394"/>
                        <a14:foregroundMark x1="71090" y1="38028" x2="71090" y2="38028"/>
                        <a14:foregroundMark x1="80569" y1="38028" x2="80569" y2="38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44" y="3445896"/>
            <a:ext cx="542929" cy="18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3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97A754CF-5CCB-68B9-CE79-8A9683682A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406" y="2650186"/>
            <a:ext cx="1578051" cy="98628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C62E37D-A5DF-6BFD-6AB7-FC35ED5CBBB6}"/>
              </a:ext>
            </a:extLst>
          </p:cNvPr>
          <p:cNvSpPr txBox="1"/>
          <p:nvPr/>
        </p:nvSpPr>
        <p:spPr>
          <a:xfrm>
            <a:off x="3722017" y="3539238"/>
            <a:ext cx="179784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DECOS WEB APPs</a:t>
            </a:r>
            <a:endParaRPr lang="en-IT" sz="675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F52B28-6850-B7AE-4B15-719E899C06CC}"/>
              </a:ext>
            </a:extLst>
          </p:cNvPr>
          <p:cNvSpPr txBox="1"/>
          <p:nvPr/>
        </p:nvSpPr>
        <p:spPr>
          <a:xfrm>
            <a:off x="464257" y="2625448"/>
            <a:ext cx="8000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easyDMP</a:t>
            </a:r>
            <a:endParaRPr lang="en-IT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CCB8CC-876E-AC39-FAF6-700222A0E7CC}"/>
              </a:ext>
            </a:extLst>
          </p:cNvPr>
          <p:cNvSpPr txBox="1"/>
          <p:nvPr/>
        </p:nvSpPr>
        <p:spPr>
          <a:xfrm rot="16200000">
            <a:off x="7145518" y="2320999"/>
            <a:ext cx="9060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webapp_db</a:t>
            </a:r>
          </a:p>
        </p:txBody>
      </p:sp>
    </p:spTree>
    <p:extLst>
      <p:ext uri="{BB962C8B-B14F-4D97-AF65-F5344CB8AC3E}">
        <p14:creationId xmlns:p14="http://schemas.microsoft.com/office/powerpoint/2010/main" val="1979283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DESIGN – «Second </a:t>
            </a:r>
            <a:r>
              <a:rPr lang="it-IT" sz="1950" b="1" dirty="0" err="1">
                <a:latin typeface="Aptos" panose="020B0004020202020204" pitchFamily="34" charset="0"/>
              </a:rPr>
              <a:t>element</a:t>
            </a:r>
            <a:r>
              <a:rPr lang="it-IT" sz="1950" b="1" dirty="0">
                <a:latin typeface="Aptos" panose="020B0004020202020204" pitchFamily="34" charset="0"/>
              </a:rPr>
              <a:t>»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6A937B71-8190-BD36-6812-84E97BCD787C}"/>
              </a:ext>
            </a:extLst>
          </p:cNvPr>
          <p:cNvSpPr/>
          <p:nvPr/>
        </p:nvSpPr>
        <p:spPr>
          <a:xfrm>
            <a:off x="5810955" y="1990368"/>
            <a:ext cx="1143000" cy="1572868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C0B342-9EFF-6713-68BB-075C704D76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289" y="2604552"/>
            <a:ext cx="738935" cy="7389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48543D-504E-E1D1-A37E-AE611E944F11}"/>
              </a:ext>
            </a:extLst>
          </p:cNvPr>
          <p:cNvSpPr/>
          <p:nvPr/>
        </p:nvSpPr>
        <p:spPr>
          <a:xfrm>
            <a:off x="2528195" y="1990368"/>
            <a:ext cx="975909" cy="204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200" dirty="0"/>
              <a:t>PRP</a:t>
            </a:r>
          </a:p>
          <a:p>
            <a:pPr algn="ctr"/>
            <a:r>
              <a:rPr lang="en-IT" sz="1200" dirty="0"/>
              <a:t>CDM</a:t>
            </a:r>
          </a:p>
          <a:p>
            <a:pPr algn="ctr"/>
            <a:r>
              <a:rPr lang="en-IT" sz="1200" dirty="0"/>
              <a:t>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E88927-62A3-BB77-18C2-5C2E103DEBEF}"/>
              </a:ext>
            </a:extLst>
          </p:cNvPr>
          <p:cNvSpPr/>
          <p:nvPr/>
        </p:nvSpPr>
        <p:spPr>
          <a:xfrm>
            <a:off x="3510699" y="2728802"/>
            <a:ext cx="499165" cy="1308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1200" dirty="0"/>
              <a:t>DJANGO 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79764-9B3F-2E69-F2B4-827C650A053C}"/>
              </a:ext>
            </a:extLst>
          </p:cNvPr>
          <p:cNvSpPr txBox="1"/>
          <p:nvPr/>
        </p:nvSpPr>
        <p:spPr>
          <a:xfrm>
            <a:off x="6371817" y="1655326"/>
            <a:ext cx="553998" cy="182694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metadata_db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DB9D5-5A60-D65B-DE55-C2200237622F}"/>
              </a:ext>
            </a:extLst>
          </p:cNvPr>
          <p:cNvSpPr/>
          <p:nvPr/>
        </p:nvSpPr>
        <p:spPr>
          <a:xfrm>
            <a:off x="3508941" y="1990368"/>
            <a:ext cx="499165" cy="738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1050" dirty="0"/>
              <a:t>API</a:t>
            </a:r>
          </a:p>
          <a:p>
            <a:pPr algn="ctr"/>
            <a:r>
              <a:rPr lang="en-IT" sz="1050" dirty="0"/>
              <a:t>INTERFACE</a:t>
            </a:r>
          </a:p>
        </p:txBody>
      </p:sp>
      <p:pic>
        <p:nvPicPr>
          <p:cNvPr id="9" name="Picture 8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5357F7B0-CB07-C26E-788C-101315FDA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770" y="3293173"/>
            <a:ext cx="1578051" cy="98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9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DESIGN – CODING + INTEGRATION TESTS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7400CAA9-394E-973F-7947-B4CA466FA657}"/>
              </a:ext>
            </a:extLst>
          </p:cNvPr>
          <p:cNvSpPr/>
          <p:nvPr/>
        </p:nvSpPr>
        <p:spPr>
          <a:xfrm>
            <a:off x="7480166" y="2799156"/>
            <a:ext cx="1143000" cy="1572868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64FC43DC-B523-678D-EE2D-D9291093DE34}"/>
              </a:ext>
            </a:extLst>
          </p:cNvPr>
          <p:cNvSpPr/>
          <p:nvPr/>
        </p:nvSpPr>
        <p:spPr>
          <a:xfrm>
            <a:off x="7001810" y="3421797"/>
            <a:ext cx="680831" cy="968804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7531223-9EE3-C5DF-EC35-DB2CDC0B48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500" y="3413341"/>
            <a:ext cx="738935" cy="73893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6197421-5E75-D0E5-F160-6A0BDABF9FFB}"/>
              </a:ext>
            </a:extLst>
          </p:cNvPr>
          <p:cNvGrpSpPr/>
          <p:nvPr/>
        </p:nvGrpSpPr>
        <p:grpSpPr>
          <a:xfrm>
            <a:off x="1168249" y="3017358"/>
            <a:ext cx="1029722" cy="876974"/>
            <a:chOff x="585220" y="2905559"/>
            <a:chExt cx="1372962" cy="1169298"/>
          </a:xfrm>
        </p:grpSpPr>
        <p:grpSp>
          <p:nvGrpSpPr>
            <p:cNvPr id="21" name="Graphic 31">
              <a:extLst>
                <a:ext uri="{FF2B5EF4-FFF2-40B4-BE49-F238E27FC236}">
                  <a16:creationId xmlns:a16="http://schemas.microsoft.com/office/drawing/2014/main" id="{FF663BF9-5C37-F6F6-58FE-50E075E38169}"/>
                </a:ext>
              </a:extLst>
            </p:cNvPr>
            <p:cNvGrpSpPr/>
            <p:nvPr/>
          </p:nvGrpSpPr>
          <p:grpSpPr>
            <a:xfrm>
              <a:off x="585220" y="2941410"/>
              <a:ext cx="1372962" cy="1133447"/>
              <a:chOff x="585220" y="2941410"/>
              <a:chExt cx="1372962" cy="1133447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F7689CC-854B-4D54-A7D2-F4A77F8CB12B}"/>
                  </a:ext>
                </a:extLst>
              </p:cNvPr>
              <p:cNvSpPr/>
              <p:nvPr/>
            </p:nvSpPr>
            <p:spPr>
              <a:xfrm>
                <a:off x="585220" y="2941410"/>
                <a:ext cx="1372962" cy="1133447"/>
              </a:xfrm>
              <a:custGeom>
                <a:avLst/>
                <a:gdLst>
                  <a:gd name="connsiteX0" fmla="*/ 1372962 w 1372962"/>
                  <a:gd name="connsiteY0" fmla="*/ 42945 h 1133447"/>
                  <a:gd name="connsiteX1" fmla="*/ 1372962 w 1372962"/>
                  <a:gd name="connsiteY1" fmla="*/ 1133447 h 1133447"/>
                  <a:gd name="connsiteX2" fmla="*/ 641 w 1372962"/>
                  <a:gd name="connsiteY2" fmla="*/ 1133447 h 1133447"/>
                  <a:gd name="connsiteX3" fmla="*/ 641 w 1372962"/>
                  <a:gd name="connsiteY3" fmla="*/ 174771 h 1133447"/>
                  <a:gd name="connsiteX4" fmla="*/ 0 w 1372962"/>
                  <a:gd name="connsiteY4" fmla="*/ 174771 h 1133447"/>
                  <a:gd name="connsiteX5" fmla="*/ 0 w 1372962"/>
                  <a:gd name="connsiteY5" fmla="*/ 52344 h 1133447"/>
                  <a:gd name="connsiteX6" fmla="*/ 1282 w 1372962"/>
                  <a:gd name="connsiteY6" fmla="*/ 52344 h 1133447"/>
                  <a:gd name="connsiteX7" fmla="*/ 0 w 1372962"/>
                  <a:gd name="connsiteY7" fmla="*/ 42945 h 1133447"/>
                  <a:gd name="connsiteX8" fmla="*/ 42945 w 1372962"/>
                  <a:gd name="connsiteY8" fmla="*/ 0 h 1133447"/>
                  <a:gd name="connsiteX9" fmla="*/ 1330017 w 1372962"/>
                  <a:gd name="connsiteY9" fmla="*/ 0 h 1133447"/>
                  <a:gd name="connsiteX10" fmla="*/ 1372962 w 1372962"/>
                  <a:gd name="connsiteY10" fmla="*/ 42945 h 1133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962" h="1133447">
                    <a:moveTo>
                      <a:pt x="1372962" y="42945"/>
                    </a:moveTo>
                    <a:lnTo>
                      <a:pt x="1372962" y="1133447"/>
                    </a:lnTo>
                    <a:lnTo>
                      <a:pt x="641" y="1133447"/>
                    </a:lnTo>
                    <a:lnTo>
                      <a:pt x="641" y="174771"/>
                    </a:lnTo>
                    <a:lnTo>
                      <a:pt x="0" y="174771"/>
                    </a:lnTo>
                    <a:lnTo>
                      <a:pt x="0" y="52344"/>
                    </a:lnTo>
                    <a:lnTo>
                      <a:pt x="1282" y="52344"/>
                    </a:lnTo>
                    <a:cubicBezTo>
                      <a:pt x="429" y="49357"/>
                      <a:pt x="0" y="46147"/>
                      <a:pt x="0" y="42945"/>
                    </a:cubicBezTo>
                    <a:cubicBezTo>
                      <a:pt x="0" y="19227"/>
                      <a:pt x="19230" y="0"/>
                      <a:pt x="42945" y="0"/>
                    </a:cubicBezTo>
                    <a:lnTo>
                      <a:pt x="1330017" y="0"/>
                    </a:lnTo>
                    <a:cubicBezTo>
                      <a:pt x="1353733" y="0"/>
                      <a:pt x="1372962" y="19227"/>
                      <a:pt x="1372962" y="42945"/>
                    </a:cubicBezTo>
                    <a:close/>
                  </a:path>
                </a:pathLst>
              </a:custGeom>
              <a:solidFill>
                <a:srgbClr val="626143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6C21B85-3C3F-56F4-E41F-7D00DE47548F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936917"/>
              </a:xfrm>
              <a:custGeom>
                <a:avLst/>
                <a:gdLst>
                  <a:gd name="connsiteX0" fmla="*/ 0 w 1323251"/>
                  <a:gd name="connsiteY0" fmla="*/ 0 h 936917"/>
                  <a:gd name="connsiteX1" fmla="*/ 1323251 w 1323251"/>
                  <a:gd name="connsiteY1" fmla="*/ 0 h 936917"/>
                  <a:gd name="connsiteX2" fmla="*/ 1323251 w 1323251"/>
                  <a:gd name="connsiteY2" fmla="*/ 936918 h 936917"/>
                  <a:gd name="connsiteX3" fmla="*/ 0 w 1323251"/>
                  <a:gd name="connsiteY3" fmla="*/ 936918 h 93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93691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936918"/>
                    </a:lnTo>
                    <a:lnTo>
                      <a:pt x="0" y="936918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4CE1511-43BB-E21C-7C5A-ECBA78FBDC49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55677"/>
              </a:xfrm>
              <a:custGeom>
                <a:avLst/>
                <a:gdLst>
                  <a:gd name="connsiteX0" fmla="*/ 0 w 1323251"/>
                  <a:gd name="connsiteY0" fmla="*/ 0 h 55677"/>
                  <a:gd name="connsiteX1" fmla="*/ 1323251 w 1323251"/>
                  <a:gd name="connsiteY1" fmla="*/ 0 h 55677"/>
                  <a:gd name="connsiteX2" fmla="*/ 1323251 w 1323251"/>
                  <a:gd name="connsiteY2" fmla="*/ 55677 h 55677"/>
                  <a:gd name="connsiteX3" fmla="*/ 0 w 1323251"/>
                  <a:gd name="connsiteY3" fmla="*/ 55677 h 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5567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55677"/>
                    </a:lnTo>
                    <a:lnTo>
                      <a:pt x="0" y="55677"/>
                    </a:lnTo>
                    <a:close/>
                  </a:path>
                </a:pathLst>
              </a:custGeom>
              <a:solidFill>
                <a:srgbClr val="040000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34" name="Graphic 31">
                <a:extLst>
                  <a:ext uri="{FF2B5EF4-FFF2-40B4-BE49-F238E27FC236}">
                    <a16:creationId xmlns:a16="http://schemas.microsoft.com/office/drawing/2014/main" id="{9585CA60-BE95-FDF4-305E-C02FC7EBA900}"/>
                  </a:ext>
                </a:extLst>
              </p:cNvPr>
              <p:cNvGrpSpPr/>
              <p:nvPr/>
            </p:nvGrpSpPr>
            <p:grpSpPr>
              <a:xfrm>
                <a:off x="653181" y="2994065"/>
                <a:ext cx="301976" cy="69307"/>
                <a:chOff x="653181" y="2994065"/>
                <a:chExt cx="301976" cy="69307"/>
              </a:xfrm>
            </p:grpSpPr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71B306F8-B058-AAD0-0595-C166A21E609E}"/>
                    </a:ext>
                  </a:extLst>
                </p:cNvPr>
                <p:cNvSpPr/>
                <p:nvPr/>
              </p:nvSpPr>
              <p:spPr>
                <a:xfrm>
                  <a:off x="890044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7EC1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6CBA4044-49CA-ACFB-22AD-7D32F4473BBD}"/>
                    </a:ext>
                  </a:extLst>
                </p:cNvPr>
                <p:cNvSpPr/>
                <p:nvPr/>
              </p:nvSpPr>
              <p:spPr>
                <a:xfrm>
                  <a:off x="771612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E8CF5F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E1C1CCC3-6B5B-E078-7AD2-6426EA6106BA}"/>
                    </a:ext>
                  </a:extLst>
                </p:cNvPr>
                <p:cNvSpPr/>
                <p:nvPr/>
              </p:nvSpPr>
              <p:spPr>
                <a:xfrm>
                  <a:off x="653181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D3566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35" name="Graphic 31">
                <a:extLst>
                  <a:ext uri="{FF2B5EF4-FFF2-40B4-BE49-F238E27FC236}">
                    <a16:creationId xmlns:a16="http://schemas.microsoft.com/office/drawing/2014/main" id="{1778C5BD-EE62-CBAA-1B44-EE0979B27FEA}"/>
                  </a:ext>
                </a:extLst>
              </p:cNvPr>
              <p:cNvGrpSpPr/>
              <p:nvPr/>
            </p:nvGrpSpPr>
            <p:grpSpPr>
              <a:xfrm>
                <a:off x="729217" y="3760808"/>
                <a:ext cx="1106744" cy="171636"/>
                <a:chOff x="729217" y="3760808"/>
                <a:chExt cx="1106744" cy="171636"/>
              </a:xfrm>
            </p:grpSpPr>
            <p:grpSp>
              <p:nvGrpSpPr>
                <p:cNvPr id="41" name="Graphic 31">
                  <a:extLst>
                    <a:ext uri="{FF2B5EF4-FFF2-40B4-BE49-F238E27FC236}">
                      <a16:creationId xmlns:a16="http://schemas.microsoft.com/office/drawing/2014/main" id="{438EE837-FC57-C542-EFCD-1DE028A2BD62}"/>
                    </a:ext>
                  </a:extLst>
                </p:cNvPr>
                <p:cNvGrpSpPr/>
                <p:nvPr/>
              </p:nvGrpSpPr>
              <p:grpSpPr>
                <a:xfrm>
                  <a:off x="729217" y="3760808"/>
                  <a:ext cx="521974" cy="171636"/>
                  <a:chOff x="729217" y="3760808"/>
                  <a:chExt cx="521974" cy="171636"/>
                </a:xfrm>
              </p:grpSpPr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91E020A8-EC51-81D6-36EB-48D3C8799B61}"/>
                      </a:ext>
                    </a:extLst>
                  </p:cNvPr>
                  <p:cNvSpPr/>
                  <p:nvPr/>
                </p:nvSpPr>
                <p:spPr>
                  <a:xfrm>
                    <a:off x="729217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9" name="Graphic 31">
                    <a:extLst>
                      <a:ext uri="{FF2B5EF4-FFF2-40B4-BE49-F238E27FC236}">
                        <a16:creationId xmlns:a16="http://schemas.microsoft.com/office/drawing/2014/main" id="{004D901B-405A-3982-4108-62BF3EA5CC69}"/>
                      </a:ext>
                    </a:extLst>
                  </p:cNvPr>
                  <p:cNvGrpSpPr/>
                  <p:nvPr/>
                </p:nvGrpSpPr>
                <p:grpSpPr>
                  <a:xfrm>
                    <a:off x="967442" y="3767780"/>
                    <a:ext cx="283749" cy="152680"/>
                    <a:chOff x="967442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50" name="Freeform 49">
                      <a:extLst>
                        <a:ext uri="{FF2B5EF4-FFF2-40B4-BE49-F238E27FC236}">
                          <a16:creationId xmlns:a16="http://schemas.microsoft.com/office/drawing/2014/main" id="{27028BD3-13A2-3C1E-80D3-3A4F5CFEEE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1" name="Freeform 50">
                      <a:extLst>
                        <a:ext uri="{FF2B5EF4-FFF2-40B4-BE49-F238E27FC236}">
                          <a16:creationId xmlns:a16="http://schemas.microsoft.com/office/drawing/2014/main" id="{886E44AE-AA7F-7E93-F814-E75FA6A0D1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2" name="Freeform 51">
                      <a:extLst>
                        <a:ext uri="{FF2B5EF4-FFF2-40B4-BE49-F238E27FC236}">
                          <a16:creationId xmlns:a16="http://schemas.microsoft.com/office/drawing/2014/main" id="{66460571-D4C0-88BA-DD2E-21A32FD0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42" name="Graphic 31">
                  <a:extLst>
                    <a:ext uri="{FF2B5EF4-FFF2-40B4-BE49-F238E27FC236}">
                      <a16:creationId xmlns:a16="http://schemas.microsoft.com/office/drawing/2014/main" id="{35236DB7-1F5D-56A9-9092-6B6C01B987C0}"/>
                    </a:ext>
                  </a:extLst>
                </p:cNvPr>
                <p:cNvGrpSpPr/>
                <p:nvPr/>
              </p:nvGrpSpPr>
              <p:grpSpPr>
                <a:xfrm>
                  <a:off x="1313989" y="3760808"/>
                  <a:ext cx="521972" cy="171636"/>
                  <a:chOff x="1313989" y="3760808"/>
                  <a:chExt cx="521972" cy="171636"/>
                </a:xfrm>
              </p:grpSpPr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806D2A0B-9B16-26F5-29AC-9F7769BA1536}"/>
                      </a:ext>
                    </a:extLst>
                  </p:cNvPr>
                  <p:cNvSpPr/>
                  <p:nvPr/>
                </p:nvSpPr>
                <p:spPr>
                  <a:xfrm>
                    <a:off x="1313989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4" name="Graphic 31">
                    <a:extLst>
                      <a:ext uri="{FF2B5EF4-FFF2-40B4-BE49-F238E27FC236}">
                        <a16:creationId xmlns:a16="http://schemas.microsoft.com/office/drawing/2014/main" id="{962CD9D3-812D-16B1-76B7-2B001143D068}"/>
                      </a:ext>
                    </a:extLst>
                  </p:cNvPr>
                  <p:cNvGrpSpPr/>
                  <p:nvPr/>
                </p:nvGrpSpPr>
                <p:grpSpPr>
                  <a:xfrm>
                    <a:off x="1552211" y="3767780"/>
                    <a:ext cx="283749" cy="152680"/>
                    <a:chOff x="1552211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45" name="Freeform 44">
                      <a:extLst>
                        <a:ext uri="{FF2B5EF4-FFF2-40B4-BE49-F238E27FC236}">
                          <a16:creationId xmlns:a16="http://schemas.microsoft.com/office/drawing/2014/main" id="{82CD595E-B6A0-08E7-05B7-621702F47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6" name="Freeform 45">
                      <a:extLst>
                        <a:ext uri="{FF2B5EF4-FFF2-40B4-BE49-F238E27FC236}">
                          <a16:creationId xmlns:a16="http://schemas.microsoft.com/office/drawing/2014/main" id="{400B265C-7826-60FC-FF9A-06C199F57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7" name="Freeform 46">
                      <a:extLst>
                        <a:ext uri="{FF2B5EF4-FFF2-40B4-BE49-F238E27FC236}">
                          <a16:creationId xmlns:a16="http://schemas.microsoft.com/office/drawing/2014/main" id="{7B0C79F3-DA9E-458D-A507-1E75B8FB3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36" name="Graphic 31">
                <a:extLst>
                  <a:ext uri="{FF2B5EF4-FFF2-40B4-BE49-F238E27FC236}">
                    <a16:creationId xmlns:a16="http://schemas.microsoft.com/office/drawing/2014/main" id="{0727D009-7E5D-4711-0504-03BF1807AB47}"/>
                  </a:ext>
                </a:extLst>
              </p:cNvPr>
              <p:cNvGrpSpPr/>
              <p:nvPr/>
            </p:nvGrpSpPr>
            <p:grpSpPr>
              <a:xfrm>
                <a:off x="1444452" y="3178286"/>
                <a:ext cx="428074" cy="54470"/>
                <a:chOff x="1444452" y="3178286"/>
                <a:chExt cx="428074" cy="54470"/>
              </a:xfrm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8289A65D-240E-D826-42F5-4E1382031392}"/>
                    </a:ext>
                  </a:extLst>
                </p:cNvPr>
                <p:cNvSpPr/>
                <p:nvPr/>
              </p:nvSpPr>
              <p:spPr>
                <a:xfrm>
                  <a:off x="178428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71C6CB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18F6AAB6-B8FB-49E4-B636-79DB2D5D8C9B}"/>
                    </a:ext>
                  </a:extLst>
                </p:cNvPr>
                <p:cNvSpPr/>
                <p:nvPr/>
              </p:nvSpPr>
              <p:spPr>
                <a:xfrm>
                  <a:off x="1671004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8DA80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1CEE12BF-EC6A-6B02-3801-048D8CDE57C5}"/>
                    </a:ext>
                  </a:extLst>
                </p:cNvPr>
                <p:cNvSpPr/>
                <p:nvPr/>
              </p:nvSpPr>
              <p:spPr>
                <a:xfrm>
                  <a:off x="1557730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99C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E379B1E-DAA8-D860-509C-FF8BD295FB9B}"/>
                    </a:ext>
                  </a:extLst>
                </p:cNvPr>
                <p:cNvSpPr/>
                <p:nvPr/>
              </p:nvSpPr>
              <p:spPr>
                <a:xfrm>
                  <a:off x="144445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64898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6CFCEB9-FDAD-2B42-86A8-94D89AEE39A3}"/>
                </a:ext>
              </a:extLst>
            </p:cNvPr>
            <p:cNvSpPr/>
            <p:nvPr/>
          </p:nvSpPr>
          <p:spPr>
            <a:xfrm>
              <a:off x="729217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6CF845E-1276-0427-FE49-67F8D314F622}"/>
                </a:ext>
              </a:extLst>
            </p:cNvPr>
            <p:cNvSpPr/>
            <p:nvPr/>
          </p:nvSpPr>
          <p:spPr>
            <a:xfrm>
              <a:off x="967442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8A65C02-9B35-7BDE-E226-54A7CC8C43ED}"/>
                </a:ext>
              </a:extLst>
            </p:cNvPr>
            <p:cNvSpPr/>
            <p:nvPr/>
          </p:nvSpPr>
          <p:spPr>
            <a:xfrm>
              <a:off x="967442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A150A8-5228-EA01-2A99-CEB027FB1A93}"/>
                </a:ext>
              </a:extLst>
            </p:cNvPr>
            <p:cNvSpPr/>
            <p:nvPr/>
          </p:nvSpPr>
          <p:spPr>
            <a:xfrm>
              <a:off x="967442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0CB25DC-88EF-EA69-478E-8836FC345D20}"/>
                </a:ext>
              </a:extLst>
            </p:cNvPr>
            <p:cNvSpPr/>
            <p:nvPr/>
          </p:nvSpPr>
          <p:spPr>
            <a:xfrm>
              <a:off x="1313989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FDB632C-4C86-A017-397D-6366B6EB681E}"/>
                </a:ext>
              </a:extLst>
            </p:cNvPr>
            <p:cNvSpPr/>
            <p:nvPr/>
          </p:nvSpPr>
          <p:spPr>
            <a:xfrm>
              <a:off x="1552211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2170300-B0FE-F5A8-9AAC-61B750B130D2}"/>
                </a:ext>
              </a:extLst>
            </p:cNvPr>
            <p:cNvSpPr/>
            <p:nvPr/>
          </p:nvSpPr>
          <p:spPr>
            <a:xfrm>
              <a:off x="1552211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D8DC65B-210D-2EC4-4BD7-ED2A82647FE8}"/>
                </a:ext>
              </a:extLst>
            </p:cNvPr>
            <p:cNvSpPr/>
            <p:nvPr/>
          </p:nvSpPr>
          <p:spPr>
            <a:xfrm>
              <a:off x="1552211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D5C4F2-CD05-DD1D-437B-B3E75D898635}"/>
                </a:ext>
              </a:extLst>
            </p:cNvPr>
            <p:cNvSpPr txBox="1"/>
            <p:nvPr/>
          </p:nvSpPr>
          <p:spPr>
            <a:xfrm>
              <a:off x="1227114" y="2905559"/>
              <a:ext cx="637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DIMMT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61FE38C9-DCF8-9C3D-E2C0-D6EE335C3B63}"/>
              </a:ext>
            </a:extLst>
          </p:cNvPr>
          <p:cNvSpPr txBox="1"/>
          <p:nvPr/>
        </p:nvSpPr>
        <p:spPr>
          <a:xfrm>
            <a:off x="2344393" y="1727433"/>
            <a:ext cx="52931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750" dirty="0">
                <a:solidFill>
                  <a:schemeClr val="bg1"/>
                </a:solidFill>
              </a:rPr>
              <a:t>elabFTW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A88A214-F09D-8D26-1592-F68A8BF0A7B6}"/>
              </a:ext>
            </a:extLst>
          </p:cNvPr>
          <p:cNvGrpSpPr/>
          <p:nvPr/>
        </p:nvGrpSpPr>
        <p:grpSpPr>
          <a:xfrm>
            <a:off x="1139404" y="3975790"/>
            <a:ext cx="1044663" cy="880191"/>
            <a:chOff x="585220" y="4373113"/>
            <a:chExt cx="1392884" cy="1173588"/>
          </a:xfrm>
        </p:grpSpPr>
        <p:grpSp>
          <p:nvGrpSpPr>
            <p:cNvPr id="92" name="Graphic 26">
              <a:extLst>
                <a:ext uri="{FF2B5EF4-FFF2-40B4-BE49-F238E27FC236}">
                  <a16:creationId xmlns:a16="http://schemas.microsoft.com/office/drawing/2014/main" id="{C5FDE605-D19D-2157-8945-43EABB5E09A5}"/>
                </a:ext>
              </a:extLst>
            </p:cNvPr>
            <p:cNvGrpSpPr/>
            <p:nvPr/>
          </p:nvGrpSpPr>
          <p:grpSpPr>
            <a:xfrm>
              <a:off x="585220" y="4409756"/>
              <a:ext cx="1377199" cy="1136945"/>
              <a:chOff x="585220" y="4409756"/>
              <a:chExt cx="1377199" cy="1136945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85FEB6ED-ADE9-41F4-1CD8-0F722F5102EE}"/>
                  </a:ext>
                </a:extLst>
              </p:cNvPr>
              <p:cNvSpPr/>
              <p:nvPr/>
            </p:nvSpPr>
            <p:spPr>
              <a:xfrm>
                <a:off x="585220" y="4409756"/>
                <a:ext cx="1377199" cy="1136945"/>
              </a:xfrm>
              <a:custGeom>
                <a:avLst/>
                <a:gdLst>
                  <a:gd name="connsiteX0" fmla="*/ 1377199 w 1377199"/>
                  <a:gd name="connsiteY0" fmla="*/ 43078 h 1136945"/>
                  <a:gd name="connsiteX1" fmla="*/ 1377199 w 1377199"/>
                  <a:gd name="connsiteY1" fmla="*/ 1136945 h 1136945"/>
                  <a:gd name="connsiteX2" fmla="*/ 643 w 1377199"/>
                  <a:gd name="connsiteY2" fmla="*/ 1136945 h 1136945"/>
                  <a:gd name="connsiteX3" fmla="*/ 643 w 1377199"/>
                  <a:gd name="connsiteY3" fmla="*/ 175310 h 1136945"/>
                  <a:gd name="connsiteX4" fmla="*/ 0 w 1377199"/>
                  <a:gd name="connsiteY4" fmla="*/ 175310 h 1136945"/>
                  <a:gd name="connsiteX5" fmla="*/ 0 w 1377199"/>
                  <a:gd name="connsiteY5" fmla="*/ 52506 h 1136945"/>
                  <a:gd name="connsiteX6" fmla="*/ 1286 w 1377199"/>
                  <a:gd name="connsiteY6" fmla="*/ 52506 h 1136945"/>
                  <a:gd name="connsiteX7" fmla="*/ 0 w 1377199"/>
                  <a:gd name="connsiteY7" fmla="*/ 43078 h 1136945"/>
                  <a:gd name="connsiteX8" fmla="*/ 43078 w 1377199"/>
                  <a:gd name="connsiteY8" fmla="*/ 0 h 1136945"/>
                  <a:gd name="connsiteX9" fmla="*/ 1334121 w 1377199"/>
                  <a:gd name="connsiteY9" fmla="*/ 0 h 1136945"/>
                  <a:gd name="connsiteX10" fmla="*/ 1377199 w 1377199"/>
                  <a:gd name="connsiteY10" fmla="*/ 43078 h 1136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7199" h="1136945">
                    <a:moveTo>
                      <a:pt x="1377199" y="43078"/>
                    </a:moveTo>
                    <a:lnTo>
                      <a:pt x="1377199" y="1136945"/>
                    </a:lnTo>
                    <a:lnTo>
                      <a:pt x="643" y="1136945"/>
                    </a:lnTo>
                    <a:lnTo>
                      <a:pt x="643" y="175310"/>
                    </a:lnTo>
                    <a:lnTo>
                      <a:pt x="0" y="175310"/>
                    </a:lnTo>
                    <a:lnTo>
                      <a:pt x="0" y="52506"/>
                    </a:lnTo>
                    <a:lnTo>
                      <a:pt x="1286" y="52506"/>
                    </a:lnTo>
                    <a:cubicBezTo>
                      <a:pt x="430" y="49509"/>
                      <a:pt x="0" y="46289"/>
                      <a:pt x="0" y="43078"/>
                    </a:cubicBezTo>
                    <a:cubicBezTo>
                      <a:pt x="0" y="19286"/>
                      <a:pt x="19289" y="0"/>
                      <a:pt x="43078" y="0"/>
                    </a:cubicBezTo>
                    <a:lnTo>
                      <a:pt x="1334121" y="0"/>
                    </a:lnTo>
                    <a:cubicBezTo>
                      <a:pt x="1357910" y="0"/>
                      <a:pt x="1377199" y="19286"/>
                      <a:pt x="1377199" y="43078"/>
                    </a:cubicBezTo>
                    <a:close/>
                  </a:path>
                </a:pathLst>
              </a:custGeom>
              <a:solidFill>
                <a:srgbClr val="50555B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F8C7119E-C53A-37C9-921E-060EB59682DF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939809"/>
              </a:xfrm>
              <a:custGeom>
                <a:avLst/>
                <a:gdLst>
                  <a:gd name="connsiteX0" fmla="*/ 0 w 1327334"/>
                  <a:gd name="connsiteY0" fmla="*/ 0 h 939809"/>
                  <a:gd name="connsiteX1" fmla="*/ 1327335 w 1327334"/>
                  <a:gd name="connsiteY1" fmla="*/ 0 h 939809"/>
                  <a:gd name="connsiteX2" fmla="*/ 1327335 w 1327334"/>
                  <a:gd name="connsiteY2" fmla="*/ 939809 h 939809"/>
                  <a:gd name="connsiteX3" fmla="*/ 0 w 1327334"/>
                  <a:gd name="connsiteY3" fmla="*/ 939809 h 93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93980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939809"/>
                    </a:lnTo>
                    <a:lnTo>
                      <a:pt x="0" y="939809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D1CB09A-7F79-8B3B-8247-47AA7DEA34C3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55849"/>
              </a:xfrm>
              <a:custGeom>
                <a:avLst/>
                <a:gdLst>
                  <a:gd name="connsiteX0" fmla="*/ 0 w 1327334"/>
                  <a:gd name="connsiteY0" fmla="*/ 0 h 55849"/>
                  <a:gd name="connsiteX1" fmla="*/ 1327335 w 1327334"/>
                  <a:gd name="connsiteY1" fmla="*/ 0 h 55849"/>
                  <a:gd name="connsiteX2" fmla="*/ 1327335 w 1327334"/>
                  <a:gd name="connsiteY2" fmla="*/ 55849 h 55849"/>
                  <a:gd name="connsiteX3" fmla="*/ 0 w 1327334"/>
                  <a:gd name="connsiteY3" fmla="*/ 55849 h 55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5584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55849"/>
                    </a:lnTo>
                    <a:lnTo>
                      <a:pt x="0" y="55849"/>
                    </a:lnTo>
                    <a:close/>
                  </a:path>
                </a:pathLst>
              </a:custGeom>
              <a:solidFill>
                <a:srgbClr val="191919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105" name="Graphic 26">
                <a:extLst>
                  <a:ext uri="{FF2B5EF4-FFF2-40B4-BE49-F238E27FC236}">
                    <a16:creationId xmlns:a16="http://schemas.microsoft.com/office/drawing/2014/main" id="{77E62BC1-3138-B430-0294-DEC61E9A0A36}"/>
                  </a:ext>
                </a:extLst>
              </p:cNvPr>
              <p:cNvGrpSpPr/>
              <p:nvPr/>
            </p:nvGrpSpPr>
            <p:grpSpPr>
              <a:xfrm>
                <a:off x="653391" y="4462573"/>
                <a:ext cx="302908" cy="69521"/>
                <a:chOff x="653391" y="4462573"/>
                <a:chExt cx="302908" cy="69521"/>
              </a:xfrm>
            </p:grpSpPr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72B6286A-2080-D354-8103-1428F58658EB}"/>
                    </a:ext>
                  </a:extLst>
                </p:cNvPr>
                <p:cNvSpPr/>
                <p:nvPr/>
              </p:nvSpPr>
              <p:spPr>
                <a:xfrm>
                  <a:off x="890985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97CB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FED75FBF-8F99-E086-9C2C-6910544AEE62}"/>
                    </a:ext>
                  </a:extLst>
                </p:cNvPr>
                <p:cNvSpPr/>
                <p:nvPr/>
              </p:nvSpPr>
              <p:spPr>
                <a:xfrm>
                  <a:off x="772188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F7E7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5DEDC059-90BE-86E8-6AD7-B5437FB40433}"/>
                    </a:ext>
                  </a:extLst>
                </p:cNvPr>
                <p:cNvSpPr/>
                <p:nvPr/>
              </p:nvSpPr>
              <p:spPr>
                <a:xfrm>
                  <a:off x="653391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EB6D81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106" name="Graphic 26">
                <a:extLst>
                  <a:ext uri="{FF2B5EF4-FFF2-40B4-BE49-F238E27FC236}">
                    <a16:creationId xmlns:a16="http://schemas.microsoft.com/office/drawing/2014/main" id="{055B0779-3D7E-584B-E7DD-94B8DC9BB372}"/>
                  </a:ext>
                </a:extLst>
              </p:cNvPr>
              <p:cNvGrpSpPr/>
              <p:nvPr/>
            </p:nvGrpSpPr>
            <p:grpSpPr>
              <a:xfrm>
                <a:off x="729661" y="5231682"/>
                <a:ext cx="1110159" cy="172166"/>
                <a:chOff x="729661" y="5231682"/>
                <a:chExt cx="1110159" cy="172166"/>
              </a:xfrm>
            </p:grpSpPr>
            <p:grpSp>
              <p:nvGrpSpPr>
                <p:cNvPr id="112" name="Graphic 26">
                  <a:extLst>
                    <a:ext uri="{FF2B5EF4-FFF2-40B4-BE49-F238E27FC236}">
                      <a16:creationId xmlns:a16="http://schemas.microsoft.com/office/drawing/2014/main" id="{19371317-1339-240A-D051-45B5F0AEE450}"/>
                    </a:ext>
                  </a:extLst>
                </p:cNvPr>
                <p:cNvGrpSpPr/>
                <p:nvPr/>
              </p:nvGrpSpPr>
              <p:grpSpPr>
                <a:xfrm>
                  <a:off x="729661" y="5231682"/>
                  <a:ext cx="523585" cy="172166"/>
                  <a:chOff x="729661" y="5231682"/>
                  <a:chExt cx="523585" cy="172166"/>
                </a:xfrm>
              </p:grpSpPr>
              <p:sp>
                <p:nvSpPr>
                  <p:cNvPr id="119" name="Freeform 118">
                    <a:extLst>
                      <a:ext uri="{FF2B5EF4-FFF2-40B4-BE49-F238E27FC236}">
                        <a16:creationId xmlns:a16="http://schemas.microsoft.com/office/drawing/2014/main" id="{5C29252F-D039-AE74-24B1-5496FB684761}"/>
                      </a:ext>
                    </a:extLst>
                  </p:cNvPr>
                  <p:cNvSpPr/>
                  <p:nvPr/>
                </p:nvSpPr>
                <p:spPr>
                  <a:xfrm>
                    <a:off x="729661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20" name="Graphic 26">
                    <a:extLst>
                      <a:ext uri="{FF2B5EF4-FFF2-40B4-BE49-F238E27FC236}">
                        <a16:creationId xmlns:a16="http://schemas.microsoft.com/office/drawing/2014/main" id="{009DA871-662E-40A7-8DDF-7F175085DEA0}"/>
                      </a:ext>
                    </a:extLst>
                  </p:cNvPr>
                  <p:cNvGrpSpPr/>
                  <p:nvPr/>
                </p:nvGrpSpPr>
                <p:grpSpPr>
                  <a:xfrm>
                    <a:off x="968621" y="5238676"/>
                    <a:ext cx="284625" cy="153151"/>
                    <a:chOff x="968621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21" name="Freeform 120">
                      <a:extLst>
                        <a:ext uri="{FF2B5EF4-FFF2-40B4-BE49-F238E27FC236}">
                          <a16:creationId xmlns:a16="http://schemas.microsoft.com/office/drawing/2014/main" id="{C6BC414F-3AE0-BDAB-6DB7-7E51FDE52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2" name="Freeform 121">
                      <a:extLst>
                        <a:ext uri="{FF2B5EF4-FFF2-40B4-BE49-F238E27FC236}">
                          <a16:creationId xmlns:a16="http://schemas.microsoft.com/office/drawing/2014/main" id="{E5178544-D4EE-0322-1AFD-C62E476A7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3" name="Freeform 122">
                      <a:extLst>
                        <a:ext uri="{FF2B5EF4-FFF2-40B4-BE49-F238E27FC236}">
                          <a16:creationId xmlns:a16="http://schemas.microsoft.com/office/drawing/2014/main" id="{E7EC4357-EDB6-CC35-DFFC-0664CC026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113" name="Graphic 26">
                  <a:extLst>
                    <a:ext uri="{FF2B5EF4-FFF2-40B4-BE49-F238E27FC236}">
                      <a16:creationId xmlns:a16="http://schemas.microsoft.com/office/drawing/2014/main" id="{101155C1-6535-19CD-FE55-FE7EC757AB1C}"/>
                    </a:ext>
                  </a:extLst>
                </p:cNvPr>
                <p:cNvGrpSpPr/>
                <p:nvPr/>
              </p:nvGrpSpPr>
              <p:grpSpPr>
                <a:xfrm>
                  <a:off x="1316238" y="5231682"/>
                  <a:ext cx="523583" cy="172166"/>
                  <a:chOff x="1316238" y="5231682"/>
                  <a:chExt cx="523583" cy="172166"/>
                </a:xfrm>
              </p:grpSpPr>
              <p:sp>
                <p:nvSpPr>
                  <p:cNvPr id="114" name="Freeform 113">
                    <a:extLst>
                      <a:ext uri="{FF2B5EF4-FFF2-40B4-BE49-F238E27FC236}">
                        <a16:creationId xmlns:a16="http://schemas.microsoft.com/office/drawing/2014/main" id="{D45515D0-B8D3-9204-5FDC-248458D911B5}"/>
                      </a:ext>
                    </a:extLst>
                  </p:cNvPr>
                  <p:cNvSpPr/>
                  <p:nvPr/>
                </p:nvSpPr>
                <p:spPr>
                  <a:xfrm>
                    <a:off x="1316238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15" name="Graphic 26">
                    <a:extLst>
                      <a:ext uri="{FF2B5EF4-FFF2-40B4-BE49-F238E27FC236}">
                        <a16:creationId xmlns:a16="http://schemas.microsoft.com/office/drawing/2014/main" id="{7FC9E28F-BBB1-F45F-83E4-5D8A2B6117E8}"/>
                      </a:ext>
                    </a:extLst>
                  </p:cNvPr>
                  <p:cNvGrpSpPr/>
                  <p:nvPr/>
                </p:nvGrpSpPr>
                <p:grpSpPr>
                  <a:xfrm>
                    <a:off x="1555195" y="5238676"/>
                    <a:ext cx="284625" cy="153151"/>
                    <a:chOff x="1555195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16" name="Freeform 115">
                      <a:extLst>
                        <a:ext uri="{FF2B5EF4-FFF2-40B4-BE49-F238E27FC236}">
                          <a16:creationId xmlns:a16="http://schemas.microsoft.com/office/drawing/2014/main" id="{6FE5000B-7498-2918-C0D5-32211A56CF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7" name="Freeform 116">
                      <a:extLst>
                        <a:ext uri="{FF2B5EF4-FFF2-40B4-BE49-F238E27FC236}">
                          <a16:creationId xmlns:a16="http://schemas.microsoft.com/office/drawing/2014/main" id="{412C3284-ED2E-020C-D0F9-0568B2DC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8" name="Freeform 117">
                      <a:extLst>
                        <a:ext uri="{FF2B5EF4-FFF2-40B4-BE49-F238E27FC236}">
                          <a16:creationId xmlns:a16="http://schemas.microsoft.com/office/drawing/2014/main" id="{A1A7A0E3-3BEA-2E7B-CC41-7124EC1BAA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107" name="Graphic 26">
                <a:extLst>
                  <a:ext uri="{FF2B5EF4-FFF2-40B4-BE49-F238E27FC236}">
                    <a16:creationId xmlns:a16="http://schemas.microsoft.com/office/drawing/2014/main" id="{67A50284-6EB4-58E3-5AF5-506ED4844338}"/>
                  </a:ext>
                </a:extLst>
              </p:cNvPr>
              <p:cNvGrpSpPr/>
              <p:nvPr/>
            </p:nvGrpSpPr>
            <p:grpSpPr>
              <a:xfrm>
                <a:off x="1430324" y="4664034"/>
                <a:ext cx="429395" cy="54638"/>
                <a:chOff x="1430324" y="4664034"/>
                <a:chExt cx="429395" cy="54638"/>
              </a:xfrm>
            </p:grpSpPr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8A786752-D941-BA54-8D2D-BC95A0C628CD}"/>
                    </a:ext>
                  </a:extLst>
                </p:cNvPr>
                <p:cNvSpPr/>
                <p:nvPr/>
              </p:nvSpPr>
              <p:spPr>
                <a:xfrm>
                  <a:off x="1771202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8FD1D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A688BCC1-BC9E-D254-6DAB-9BB295ED5938}"/>
                    </a:ext>
                  </a:extLst>
                </p:cNvPr>
                <p:cNvSpPr/>
                <p:nvPr/>
              </p:nvSpPr>
              <p:spPr>
                <a:xfrm>
                  <a:off x="1657575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EFF09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84B6D00C-25E4-5884-9D76-6D5820A933B5}"/>
                    </a:ext>
                  </a:extLst>
                </p:cNvPr>
                <p:cNvSpPr/>
                <p:nvPr/>
              </p:nvSpPr>
              <p:spPr>
                <a:xfrm>
                  <a:off x="1543951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F2B47D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F7CAA25F-5593-6955-E3B1-070EF2C24320}"/>
                    </a:ext>
                  </a:extLst>
                </p:cNvPr>
                <p:cNvSpPr/>
                <p:nvPr/>
              </p:nvSpPr>
              <p:spPr>
                <a:xfrm>
                  <a:off x="1430324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759EAC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DF7359-D13F-219A-1225-DF08081E617F}"/>
                </a:ext>
              </a:extLst>
            </p:cNvPr>
            <p:cNvSpPr txBox="1"/>
            <p:nvPr/>
          </p:nvSpPr>
          <p:spPr>
            <a:xfrm>
              <a:off x="1244569" y="4373113"/>
              <a:ext cx="733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easyDMP</a:t>
              </a: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B245EB1-AB92-9E67-C170-10B1E9E4D8E5}"/>
                </a:ext>
              </a:extLst>
            </p:cNvPr>
            <p:cNvSpPr/>
            <p:nvPr/>
          </p:nvSpPr>
          <p:spPr>
            <a:xfrm>
              <a:off x="715556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B1A6952-C5C0-A76F-CA49-D519EC986B6E}"/>
                </a:ext>
              </a:extLst>
            </p:cNvPr>
            <p:cNvSpPr/>
            <p:nvPr/>
          </p:nvSpPr>
          <p:spPr>
            <a:xfrm>
              <a:off x="954516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9C48F91-803B-65DC-3AF7-74736E232ADC}"/>
                </a:ext>
              </a:extLst>
            </p:cNvPr>
            <p:cNvSpPr/>
            <p:nvPr/>
          </p:nvSpPr>
          <p:spPr>
            <a:xfrm>
              <a:off x="954516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FE51A73-06A8-FE02-E774-4991024CCF14}"/>
                </a:ext>
              </a:extLst>
            </p:cNvPr>
            <p:cNvSpPr/>
            <p:nvPr/>
          </p:nvSpPr>
          <p:spPr>
            <a:xfrm>
              <a:off x="954516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CC8E949-B96A-A2D7-6FEE-9B7B1A8E6C7A}"/>
                </a:ext>
              </a:extLst>
            </p:cNvPr>
            <p:cNvSpPr/>
            <p:nvPr/>
          </p:nvSpPr>
          <p:spPr>
            <a:xfrm>
              <a:off x="1302133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8E4E2D56-E761-701D-3CB2-FE5BF40EB76F}"/>
                </a:ext>
              </a:extLst>
            </p:cNvPr>
            <p:cNvSpPr/>
            <p:nvPr/>
          </p:nvSpPr>
          <p:spPr>
            <a:xfrm>
              <a:off x="1541090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2BA51B5C-EA31-6466-0847-3C56BCEC4ED7}"/>
                </a:ext>
              </a:extLst>
            </p:cNvPr>
            <p:cNvSpPr/>
            <p:nvPr/>
          </p:nvSpPr>
          <p:spPr>
            <a:xfrm>
              <a:off x="1541090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24CE427-8DC4-3CFC-CA0D-19111AF1102A}"/>
                </a:ext>
              </a:extLst>
            </p:cNvPr>
            <p:cNvSpPr/>
            <p:nvPr/>
          </p:nvSpPr>
          <p:spPr>
            <a:xfrm>
              <a:off x="1541090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E080175-C341-8690-51F5-D1860F9B5CBF}"/>
              </a:ext>
            </a:extLst>
          </p:cNvPr>
          <p:cNvSpPr txBox="1"/>
          <p:nvPr/>
        </p:nvSpPr>
        <p:spPr>
          <a:xfrm>
            <a:off x="5947214" y="2867879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03AD355-53B5-621A-0E82-37A7CE7F93C2}"/>
              </a:ext>
            </a:extLst>
          </p:cNvPr>
          <p:cNvSpPr/>
          <p:nvPr/>
        </p:nvSpPr>
        <p:spPr>
          <a:xfrm>
            <a:off x="4084046" y="1743660"/>
            <a:ext cx="975909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PRP</a:t>
            </a:r>
          </a:p>
          <a:p>
            <a:pPr algn="ctr"/>
            <a:r>
              <a:rPr lang="en-IT" sz="675" dirty="0"/>
              <a:t>CDM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40D87AE-1203-DB55-DA5C-3B1755B43C92}"/>
              </a:ext>
            </a:extLst>
          </p:cNvPr>
          <p:cNvSpPr/>
          <p:nvPr/>
        </p:nvSpPr>
        <p:spPr>
          <a:xfrm>
            <a:off x="4084046" y="3017359"/>
            <a:ext cx="601005" cy="1276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A6B1385-9F4E-99BF-7A8A-E8D55C8E358E}"/>
              </a:ext>
            </a:extLst>
          </p:cNvPr>
          <p:cNvSpPr/>
          <p:nvPr/>
        </p:nvSpPr>
        <p:spPr>
          <a:xfrm>
            <a:off x="4084045" y="4291058"/>
            <a:ext cx="980747" cy="531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Laboratories</a:t>
            </a:r>
          </a:p>
          <a:p>
            <a:pPr algn="ctr"/>
            <a:r>
              <a:rPr lang="en-IT" dirty="0"/>
              <a:t>app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DFF94B5-84CB-7311-F1E9-BC834E8279A8}"/>
              </a:ext>
            </a:extLst>
          </p:cNvPr>
          <p:cNvSpPr/>
          <p:nvPr/>
        </p:nvSpPr>
        <p:spPr>
          <a:xfrm>
            <a:off x="5066550" y="2482092"/>
            <a:ext cx="499165" cy="2084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675" dirty="0"/>
              <a:t>DJANGO ORM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959337F-53DF-A8FC-4DCA-E1E09464D793}"/>
              </a:ext>
            </a:extLst>
          </p:cNvPr>
          <p:cNvSpPr/>
          <p:nvPr/>
        </p:nvSpPr>
        <p:spPr>
          <a:xfrm>
            <a:off x="4689888" y="3017358"/>
            <a:ext cx="370067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IT" sz="675" dirty="0"/>
              <a:t>    Wagtail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34D167-235C-F461-E357-C5EA3C5BEB67}"/>
              </a:ext>
            </a:extLst>
          </p:cNvPr>
          <p:cNvSpPr/>
          <p:nvPr/>
        </p:nvSpPr>
        <p:spPr>
          <a:xfrm>
            <a:off x="3436478" y="3021867"/>
            <a:ext cx="649108" cy="180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admin</a:t>
            </a: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6AA01E22-7997-A392-6A5F-C029610B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0020" y="3743350"/>
            <a:ext cx="738935" cy="7389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3645743-DE26-D532-4B31-D02577F72D5B}"/>
              </a:ext>
            </a:extLst>
          </p:cNvPr>
          <p:cNvSpPr txBox="1"/>
          <p:nvPr/>
        </p:nvSpPr>
        <p:spPr>
          <a:xfrm>
            <a:off x="2373316" y="3329544"/>
            <a:ext cx="10716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Multisite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155687-101B-3B84-2B9C-151C335211EF}"/>
              </a:ext>
            </a:extLst>
          </p:cNvPr>
          <p:cNvSpPr txBox="1"/>
          <p:nvPr/>
        </p:nvSpPr>
        <p:spPr>
          <a:xfrm rot="16200000">
            <a:off x="6889218" y="3768040"/>
            <a:ext cx="9060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webapp_db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9E525B-1ADC-9164-DEFE-0A1153DBEE34}"/>
              </a:ext>
            </a:extLst>
          </p:cNvPr>
          <p:cNvSpPr txBox="1"/>
          <p:nvPr/>
        </p:nvSpPr>
        <p:spPr>
          <a:xfrm>
            <a:off x="8041028" y="2464115"/>
            <a:ext cx="392415" cy="182694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metadata_db</a:t>
            </a:r>
          </a:p>
        </p:txBody>
      </p:sp>
      <p:pic>
        <p:nvPicPr>
          <p:cNvPr id="145" name="Picture 4" descr="Django Community | Django">
            <a:extLst>
              <a:ext uri="{FF2B5EF4-FFF2-40B4-BE49-F238E27FC236}">
                <a16:creationId xmlns:a16="http://schemas.microsoft.com/office/drawing/2014/main" id="{D75A0714-170B-8945-7D54-642428FDA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24" b="92823" l="4167" r="96583">
                        <a14:foregroundMark x1="12083" y1="27512" x2="12083" y2="27512"/>
                        <a14:foregroundMark x1="4167" y1="33971" x2="4167" y2="33971"/>
                        <a14:foregroundMark x1="22750" y1="45694" x2="22750" y2="45694"/>
                        <a14:foregroundMark x1="23250" y1="13636" x2="23250" y2="13636"/>
                        <a14:foregroundMark x1="37333" y1="32536" x2="37333" y2="32536"/>
                        <a14:foregroundMark x1="50500" y1="33014" x2="50500" y2="33014"/>
                        <a14:foregroundMark x1="22667" y1="5502" x2="22667" y2="5502"/>
                        <a14:foregroundMark x1="71500" y1="93062" x2="71500" y2="93062"/>
                        <a14:foregroundMark x1="87583" y1="66746" x2="87583" y2="66746"/>
                        <a14:foregroundMark x1="96583" y1="52153" x2="96583" y2="52153"/>
                        <a14:backgroundMark x1="30250" y1="12679" x2="30250" y2="12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39" y="4591022"/>
            <a:ext cx="665626" cy="23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6" descr="Wagtail Logo &amp; Brand Assets (SVG, PNG and vector) - Brandfetch">
            <a:extLst>
              <a:ext uri="{FF2B5EF4-FFF2-40B4-BE49-F238E27FC236}">
                <a16:creationId xmlns:a16="http://schemas.microsoft.com/office/drawing/2014/main" id="{75DA97CF-1ABB-7328-F81A-920EE670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35" y="3060995"/>
            <a:ext cx="260372" cy="26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F4BAA555-BC02-159E-33CB-BC4F5CFF319A}"/>
              </a:ext>
            </a:extLst>
          </p:cNvPr>
          <p:cNvSpPr/>
          <p:nvPr/>
        </p:nvSpPr>
        <p:spPr>
          <a:xfrm>
            <a:off x="5064792" y="1743659"/>
            <a:ext cx="499165" cy="738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1050" dirty="0"/>
              <a:t>API</a:t>
            </a:r>
          </a:p>
          <a:p>
            <a:pPr algn="ctr"/>
            <a:r>
              <a:rPr lang="en-IT" sz="1050" dirty="0"/>
              <a:t>INTERFACE</a:t>
            </a:r>
          </a:p>
        </p:txBody>
      </p:sp>
      <p:pic>
        <p:nvPicPr>
          <p:cNvPr id="148" name="Picture 8" descr="Combined logo">
            <a:extLst>
              <a:ext uri="{FF2B5EF4-FFF2-40B4-BE49-F238E27FC236}">
                <a16:creationId xmlns:a16="http://schemas.microsoft.com/office/drawing/2014/main" id="{5970ECE4-8A4E-EA71-F06B-F6C44EC0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6967" y1="53521" x2="36967" y2="53521"/>
                        <a14:foregroundMark x1="43602" y1="45070" x2="43602" y2="45070"/>
                        <a14:foregroundMark x1="46445" y1="46479" x2="46445" y2="46479"/>
                        <a14:foregroundMark x1="53081" y1="49296" x2="53081" y2="49296"/>
                        <a14:foregroundMark x1="57346" y1="35211" x2="57346" y2="35211"/>
                        <a14:foregroundMark x1="62085" y1="35211" x2="62085" y2="35211"/>
                        <a14:foregroundMark x1="66351" y1="32394" x2="66351" y2="32394"/>
                        <a14:foregroundMark x1="71090" y1="38028" x2="71090" y2="38028"/>
                        <a14:foregroundMark x1="80569" y1="38028" x2="80569" y2="38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845" y="4764635"/>
            <a:ext cx="542929" cy="18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148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6B2B3DA5-387B-15FF-0108-FD586D5D35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981" y="4101961"/>
            <a:ext cx="1578051" cy="986282"/>
          </a:xfrm>
          <a:prstGeom prst="rect">
            <a:avLst/>
          </a:prstGeom>
        </p:spPr>
      </p:pic>
      <p:sp>
        <p:nvSpPr>
          <p:cNvPr id="150" name="AutoShape 12">
            <a:extLst>
              <a:ext uri="{FF2B5EF4-FFF2-40B4-BE49-F238E27FC236}">
                <a16:creationId xmlns:a16="http://schemas.microsoft.com/office/drawing/2014/main" id="{D8C6C129-5FB4-3A77-6930-96425025FB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1647" y="22839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T" sz="675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B7FDB91-FF2D-6DD7-0DEC-6C4D81EA47E4}"/>
              </a:ext>
            </a:extLst>
          </p:cNvPr>
          <p:cNvSpPr txBox="1"/>
          <p:nvPr/>
        </p:nvSpPr>
        <p:spPr>
          <a:xfrm>
            <a:off x="3766112" y="4866501"/>
            <a:ext cx="179784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DECOS WEB APPs</a:t>
            </a:r>
            <a:endParaRPr lang="en-IT" sz="675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0DD1455-4A05-8094-E09C-D37158174C74}"/>
              </a:ext>
            </a:extLst>
          </p:cNvPr>
          <p:cNvSpPr txBox="1"/>
          <p:nvPr/>
        </p:nvSpPr>
        <p:spPr>
          <a:xfrm>
            <a:off x="498465" y="3687119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DIMMT</a:t>
            </a:r>
            <a:endParaRPr lang="en-IT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55FAC3B-1A07-AABA-81CD-1796D0438A31}"/>
              </a:ext>
            </a:extLst>
          </p:cNvPr>
          <p:cNvSpPr txBox="1"/>
          <p:nvPr/>
        </p:nvSpPr>
        <p:spPr>
          <a:xfrm>
            <a:off x="357899" y="4645853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easyDMP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367853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MODULAR DEVELOPMENT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7400CAA9-394E-973F-7947-B4CA466FA657}"/>
              </a:ext>
            </a:extLst>
          </p:cNvPr>
          <p:cNvSpPr/>
          <p:nvPr/>
        </p:nvSpPr>
        <p:spPr>
          <a:xfrm>
            <a:off x="7480166" y="2799156"/>
            <a:ext cx="1143000" cy="1572868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64FC43DC-B523-678D-EE2D-D9291093DE34}"/>
              </a:ext>
            </a:extLst>
          </p:cNvPr>
          <p:cNvSpPr/>
          <p:nvPr/>
        </p:nvSpPr>
        <p:spPr>
          <a:xfrm>
            <a:off x="7001810" y="3421797"/>
            <a:ext cx="680831" cy="968804"/>
          </a:xfrm>
          <a:prstGeom prst="ca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675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7531223-9EE3-C5DF-EC35-DB2CDC0B48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500" y="3413341"/>
            <a:ext cx="738935" cy="73893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6197421-5E75-D0E5-F160-6A0BDABF9FFB}"/>
              </a:ext>
            </a:extLst>
          </p:cNvPr>
          <p:cNvGrpSpPr/>
          <p:nvPr/>
        </p:nvGrpSpPr>
        <p:grpSpPr>
          <a:xfrm>
            <a:off x="1168249" y="3017358"/>
            <a:ext cx="1029722" cy="876974"/>
            <a:chOff x="585220" y="2905559"/>
            <a:chExt cx="1372962" cy="1169298"/>
          </a:xfrm>
        </p:grpSpPr>
        <p:grpSp>
          <p:nvGrpSpPr>
            <p:cNvPr id="21" name="Graphic 31">
              <a:extLst>
                <a:ext uri="{FF2B5EF4-FFF2-40B4-BE49-F238E27FC236}">
                  <a16:creationId xmlns:a16="http://schemas.microsoft.com/office/drawing/2014/main" id="{FF663BF9-5C37-F6F6-58FE-50E075E38169}"/>
                </a:ext>
              </a:extLst>
            </p:cNvPr>
            <p:cNvGrpSpPr/>
            <p:nvPr/>
          </p:nvGrpSpPr>
          <p:grpSpPr>
            <a:xfrm>
              <a:off x="585220" y="2941410"/>
              <a:ext cx="1372962" cy="1133447"/>
              <a:chOff x="585220" y="2941410"/>
              <a:chExt cx="1372962" cy="1133447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F7689CC-854B-4D54-A7D2-F4A77F8CB12B}"/>
                  </a:ext>
                </a:extLst>
              </p:cNvPr>
              <p:cNvSpPr/>
              <p:nvPr/>
            </p:nvSpPr>
            <p:spPr>
              <a:xfrm>
                <a:off x="585220" y="2941410"/>
                <a:ext cx="1372962" cy="1133447"/>
              </a:xfrm>
              <a:custGeom>
                <a:avLst/>
                <a:gdLst>
                  <a:gd name="connsiteX0" fmla="*/ 1372962 w 1372962"/>
                  <a:gd name="connsiteY0" fmla="*/ 42945 h 1133447"/>
                  <a:gd name="connsiteX1" fmla="*/ 1372962 w 1372962"/>
                  <a:gd name="connsiteY1" fmla="*/ 1133447 h 1133447"/>
                  <a:gd name="connsiteX2" fmla="*/ 641 w 1372962"/>
                  <a:gd name="connsiteY2" fmla="*/ 1133447 h 1133447"/>
                  <a:gd name="connsiteX3" fmla="*/ 641 w 1372962"/>
                  <a:gd name="connsiteY3" fmla="*/ 174771 h 1133447"/>
                  <a:gd name="connsiteX4" fmla="*/ 0 w 1372962"/>
                  <a:gd name="connsiteY4" fmla="*/ 174771 h 1133447"/>
                  <a:gd name="connsiteX5" fmla="*/ 0 w 1372962"/>
                  <a:gd name="connsiteY5" fmla="*/ 52344 h 1133447"/>
                  <a:gd name="connsiteX6" fmla="*/ 1282 w 1372962"/>
                  <a:gd name="connsiteY6" fmla="*/ 52344 h 1133447"/>
                  <a:gd name="connsiteX7" fmla="*/ 0 w 1372962"/>
                  <a:gd name="connsiteY7" fmla="*/ 42945 h 1133447"/>
                  <a:gd name="connsiteX8" fmla="*/ 42945 w 1372962"/>
                  <a:gd name="connsiteY8" fmla="*/ 0 h 1133447"/>
                  <a:gd name="connsiteX9" fmla="*/ 1330017 w 1372962"/>
                  <a:gd name="connsiteY9" fmla="*/ 0 h 1133447"/>
                  <a:gd name="connsiteX10" fmla="*/ 1372962 w 1372962"/>
                  <a:gd name="connsiteY10" fmla="*/ 42945 h 1133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962" h="1133447">
                    <a:moveTo>
                      <a:pt x="1372962" y="42945"/>
                    </a:moveTo>
                    <a:lnTo>
                      <a:pt x="1372962" y="1133447"/>
                    </a:lnTo>
                    <a:lnTo>
                      <a:pt x="641" y="1133447"/>
                    </a:lnTo>
                    <a:lnTo>
                      <a:pt x="641" y="174771"/>
                    </a:lnTo>
                    <a:lnTo>
                      <a:pt x="0" y="174771"/>
                    </a:lnTo>
                    <a:lnTo>
                      <a:pt x="0" y="52344"/>
                    </a:lnTo>
                    <a:lnTo>
                      <a:pt x="1282" y="52344"/>
                    </a:lnTo>
                    <a:cubicBezTo>
                      <a:pt x="429" y="49357"/>
                      <a:pt x="0" y="46147"/>
                      <a:pt x="0" y="42945"/>
                    </a:cubicBezTo>
                    <a:cubicBezTo>
                      <a:pt x="0" y="19227"/>
                      <a:pt x="19230" y="0"/>
                      <a:pt x="42945" y="0"/>
                    </a:cubicBezTo>
                    <a:lnTo>
                      <a:pt x="1330017" y="0"/>
                    </a:lnTo>
                    <a:cubicBezTo>
                      <a:pt x="1353733" y="0"/>
                      <a:pt x="1372962" y="19227"/>
                      <a:pt x="1372962" y="42945"/>
                    </a:cubicBezTo>
                    <a:close/>
                  </a:path>
                </a:pathLst>
              </a:custGeom>
              <a:solidFill>
                <a:srgbClr val="626143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6C21B85-3C3F-56F4-E41F-7D00DE47548F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936917"/>
              </a:xfrm>
              <a:custGeom>
                <a:avLst/>
                <a:gdLst>
                  <a:gd name="connsiteX0" fmla="*/ 0 w 1323251"/>
                  <a:gd name="connsiteY0" fmla="*/ 0 h 936917"/>
                  <a:gd name="connsiteX1" fmla="*/ 1323251 w 1323251"/>
                  <a:gd name="connsiteY1" fmla="*/ 0 h 936917"/>
                  <a:gd name="connsiteX2" fmla="*/ 1323251 w 1323251"/>
                  <a:gd name="connsiteY2" fmla="*/ 936918 h 936917"/>
                  <a:gd name="connsiteX3" fmla="*/ 0 w 1323251"/>
                  <a:gd name="connsiteY3" fmla="*/ 936918 h 93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93691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936918"/>
                    </a:lnTo>
                    <a:lnTo>
                      <a:pt x="0" y="936918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4CE1511-43BB-E21C-7C5A-ECBA78FBDC49}"/>
                  </a:ext>
                </a:extLst>
              </p:cNvPr>
              <p:cNvSpPr/>
              <p:nvPr/>
            </p:nvSpPr>
            <p:spPr>
              <a:xfrm>
                <a:off x="610075" y="3109485"/>
                <a:ext cx="1323251" cy="55677"/>
              </a:xfrm>
              <a:custGeom>
                <a:avLst/>
                <a:gdLst>
                  <a:gd name="connsiteX0" fmla="*/ 0 w 1323251"/>
                  <a:gd name="connsiteY0" fmla="*/ 0 h 55677"/>
                  <a:gd name="connsiteX1" fmla="*/ 1323251 w 1323251"/>
                  <a:gd name="connsiteY1" fmla="*/ 0 h 55677"/>
                  <a:gd name="connsiteX2" fmla="*/ 1323251 w 1323251"/>
                  <a:gd name="connsiteY2" fmla="*/ 55677 h 55677"/>
                  <a:gd name="connsiteX3" fmla="*/ 0 w 1323251"/>
                  <a:gd name="connsiteY3" fmla="*/ 55677 h 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251" h="55677">
                    <a:moveTo>
                      <a:pt x="0" y="0"/>
                    </a:moveTo>
                    <a:lnTo>
                      <a:pt x="1323251" y="0"/>
                    </a:lnTo>
                    <a:lnTo>
                      <a:pt x="1323251" y="55677"/>
                    </a:lnTo>
                    <a:lnTo>
                      <a:pt x="0" y="55677"/>
                    </a:lnTo>
                    <a:close/>
                  </a:path>
                </a:pathLst>
              </a:custGeom>
              <a:solidFill>
                <a:srgbClr val="040000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34" name="Graphic 31">
                <a:extLst>
                  <a:ext uri="{FF2B5EF4-FFF2-40B4-BE49-F238E27FC236}">
                    <a16:creationId xmlns:a16="http://schemas.microsoft.com/office/drawing/2014/main" id="{9585CA60-BE95-FDF4-305E-C02FC7EBA900}"/>
                  </a:ext>
                </a:extLst>
              </p:cNvPr>
              <p:cNvGrpSpPr/>
              <p:nvPr/>
            </p:nvGrpSpPr>
            <p:grpSpPr>
              <a:xfrm>
                <a:off x="653181" y="2994065"/>
                <a:ext cx="301976" cy="69307"/>
                <a:chOff x="653181" y="2994065"/>
                <a:chExt cx="301976" cy="69307"/>
              </a:xfrm>
            </p:grpSpPr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71B306F8-B058-AAD0-0595-C166A21E609E}"/>
                    </a:ext>
                  </a:extLst>
                </p:cNvPr>
                <p:cNvSpPr/>
                <p:nvPr/>
              </p:nvSpPr>
              <p:spPr>
                <a:xfrm>
                  <a:off x="890044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7EC1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6CBA4044-49CA-ACFB-22AD-7D32F4473BBD}"/>
                    </a:ext>
                  </a:extLst>
                </p:cNvPr>
                <p:cNvSpPr/>
                <p:nvPr/>
              </p:nvSpPr>
              <p:spPr>
                <a:xfrm>
                  <a:off x="771612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E8CF5F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E1C1CCC3-6B5B-E078-7AD2-6426EA6106BA}"/>
                    </a:ext>
                  </a:extLst>
                </p:cNvPr>
                <p:cNvSpPr/>
                <p:nvPr/>
              </p:nvSpPr>
              <p:spPr>
                <a:xfrm>
                  <a:off x="653181" y="2994065"/>
                  <a:ext cx="65113" cy="69307"/>
                </a:xfrm>
                <a:custGeom>
                  <a:avLst/>
                  <a:gdLst>
                    <a:gd name="connsiteX0" fmla="*/ 65114 w 65113"/>
                    <a:gd name="connsiteY0" fmla="*/ 34654 h 69307"/>
                    <a:gd name="connsiteX1" fmla="*/ 32557 w 65113"/>
                    <a:gd name="connsiteY1" fmla="*/ 69308 h 69307"/>
                    <a:gd name="connsiteX2" fmla="*/ 0 w 65113"/>
                    <a:gd name="connsiteY2" fmla="*/ 34654 h 69307"/>
                    <a:gd name="connsiteX3" fmla="*/ 32557 w 65113"/>
                    <a:gd name="connsiteY3" fmla="*/ 0 h 69307"/>
                    <a:gd name="connsiteX4" fmla="*/ 65114 w 65113"/>
                    <a:gd name="connsiteY4" fmla="*/ 34654 h 69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13" h="69307">
                      <a:moveTo>
                        <a:pt x="65114" y="34654"/>
                      </a:moveTo>
                      <a:cubicBezTo>
                        <a:pt x="65114" y="53793"/>
                        <a:pt x="50538" y="69308"/>
                        <a:pt x="32557" y="69308"/>
                      </a:cubicBezTo>
                      <a:cubicBezTo>
                        <a:pt x="14576" y="69308"/>
                        <a:pt x="0" y="53793"/>
                        <a:pt x="0" y="34654"/>
                      </a:cubicBezTo>
                      <a:cubicBezTo>
                        <a:pt x="0" y="15515"/>
                        <a:pt x="14576" y="0"/>
                        <a:pt x="32557" y="0"/>
                      </a:cubicBezTo>
                      <a:cubicBezTo>
                        <a:pt x="50538" y="0"/>
                        <a:pt x="65114" y="15515"/>
                        <a:pt x="65114" y="34654"/>
                      </a:cubicBezTo>
                      <a:close/>
                    </a:path>
                  </a:pathLst>
                </a:custGeom>
                <a:solidFill>
                  <a:srgbClr val="D3566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35" name="Graphic 31">
                <a:extLst>
                  <a:ext uri="{FF2B5EF4-FFF2-40B4-BE49-F238E27FC236}">
                    <a16:creationId xmlns:a16="http://schemas.microsoft.com/office/drawing/2014/main" id="{1778C5BD-EE62-CBAA-1B44-EE0979B27FEA}"/>
                  </a:ext>
                </a:extLst>
              </p:cNvPr>
              <p:cNvGrpSpPr/>
              <p:nvPr/>
            </p:nvGrpSpPr>
            <p:grpSpPr>
              <a:xfrm>
                <a:off x="729217" y="3760808"/>
                <a:ext cx="1106744" cy="171636"/>
                <a:chOff x="729217" y="3760808"/>
                <a:chExt cx="1106744" cy="171636"/>
              </a:xfrm>
            </p:grpSpPr>
            <p:grpSp>
              <p:nvGrpSpPr>
                <p:cNvPr id="41" name="Graphic 31">
                  <a:extLst>
                    <a:ext uri="{FF2B5EF4-FFF2-40B4-BE49-F238E27FC236}">
                      <a16:creationId xmlns:a16="http://schemas.microsoft.com/office/drawing/2014/main" id="{438EE837-FC57-C542-EFCD-1DE028A2BD62}"/>
                    </a:ext>
                  </a:extLst>
                </p:cNvPr>
                <p:cNvGrpSpPr/>
                <p:nvPr/>
              </p:nvGrpSpPr>
              <p:grpSpPr>
                <a:xfrm>
                  <a:off x="729217" y="3760808"/>
                  <a:ext cx="521974" cy="171636"/>
                  <a:chOff x="729217" y="3760808"/>
                  <a:chExt cx="521974" cy="171636"/>
                </a:xfrm>
              </p:grpSpPr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91E020A8-EC51-81D6-36EB-48D3C8799B61}"/>
                      </a:ext>
                    </a:extLst>
                  </p:cNvPr>
                  <p:cNvSpPr/>
                  <p:nvPr/>
                </p:nvSpPr>
                <p:spPr>
                  <a:xfrm>
                    <a:off x="729217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9" name="Graphic 31">
                    <a:extLst>
                      <a:ext uri="{FF2B5EF4-FFF2-40B4-BE49-F238E27FC236}">
                        <a16:creationId xmlns:a16="http://schemas.microsoft.com/office/drawing/2014/main" id="{004D901B-405A-3982-4108-62BF3EA5CC69}"/>
                      </a:ext>
                    </a:extLst>
                  </p:cNvPr>
                  <p:cNvGrpSpPr/>
                  <p:nvPr/>
                </p:nvGrpSpPr>
                <p:grpSpPr>
                  <a:xfrm>
                    <a:off x="967442" y="3767780"/>
                    <a:ext cx="283749" cy="152680"/>
                    <a:chOff x="967442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50" name="Freeform 49">
                      <a:extLst>
                        <a:ext uri="{FF2B5EF4-FFF2-40B4-BE49-F238E27FC236}">
                          <a16:creationId xmlns:a16="http://schemas.microsoft.com/office/drawing/2014/main" id="{27028BD3-13A2-3C1E-80D3-3A4F5CFEEE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1" name="Freeform 50">
                      <a:extLst>
                        <a:ext uri="{FF2B5EF4-FFF2-40B4-BE49-F238E27FC236}">
                          <a16:creationId xmlns:a16="http://schemas.microsoft.com/office/drawing/2014/main" id="{886E44AE-AA7F-7E93-F814-E75FA6A0D1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52" name="Freeform 51">
                      <a:extLst>
                        <a:ext uri="{FF2B5EF4-FFF2-40B4-BE49-F238E27FC236}">
                          <a16:creationId xmlns:a16="http://schemas.microsoft.com/office/drawing/2014/main" id="{66460571-D4C0-88BA-DD2E-21A32FD0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442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42" name="Graphic 31">
                  <a:extLst>
                    <a:ext uri="{FF2B5EF4-FFF2-40B4-BE49-F238E27FC236}">
                      <a16:creationId xmlns:a16="http://schemas.microsoft.com/office/drawing/2014/main" id="{35236DB7-1F5D-56A9-9092-6B6C01B987C0}"/>
                    </a:ext>
                  </a:extLst>
                </p:cNvPr>
                <p:cNvGrpSpPr/>
                <p:nvPr/>
              </p:nvGrpSpPr>
              <p:grpSpPr>
                <a:xfrm>
                  <a:off x="1313989" y="3760808"/>
                  <a:ext cx="521972" cy="171636"/>
                  <a:chOff x="1313989" y="3760808"/>
                  <a:chExt cx="521972" cy="171636"/>
                </a:xfrm>
              </p:grpSpPr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806D2A0B-9B16-26F5-29AC-9F7769BA1536}"/>
                      </a:ext>
                    </a:extLst>
                  </p:cNvPr>
                  <p:cNvSpPr/>
                  <p:nvPr/>
                </p:nvSpPr>
                <p:spPr>
                  <a:xfrm>
                    <a:off x="1313989" y="3760808"/>
                    <a:ext cx="205568" cy="171636"/>
                  </a:xfrm>
                  <a:custGeom>
                    <a:avLst/>
                    <a:gdLst>
                      <a:gd name="connsiteX0" fmla="*/ 0 w 205568"/>
                      <a:gd name="connsiteY0" fmla="*/ 0 h 171636"/>
                      <a:gd name="connsiteX1" fmla="*/ 205569 w 205568"/>
                      <a:gd name="connsiteY1" fmla="*/ 0 h 171636"/>
                      <a:gd name="connsiteX2" fmla="*/ 205569 w 205568"/>
                      <a:gd name="connsiteY2" fmla="*/ 171636 h 171636"/>
                      <a:gd name="connsiteX3" fmla="*/ 0 w 205568"/>
                      <a:gd name="connsiteY3" fmla="*/ 171636 h 17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568" h="171636">
                        <a:moveTo>
                          <a:pt x="0" y="0"/>
                        </a:moveTo>
                        <a:lnTo>
                          <a:pt x="205569" y="0"/>
                        </a:lnTo>
                        <a:lnTo>
                          <a:pt x="205569" y="171636"/>
                        </a:lnTo>
                        <a:lnTo>
                          <a:pt x="0" y="171636"/>
                        </a:lnTo>
                        <a:close/>
                      </a:path>
                    </a:pathLst>
                  </a:custGeom>
                  <a:solidFill>
                    <a:srgbClr val="73778E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44" name="Graphic 31">
                    <a:extLst>
                      <a:ext uri="{FF2B5EF4-FFF2-40B4-BE49-F238E27FC236}">
                        <a16:creationId xmlns:a16="http://schemas.microsoft.com/office/drawing/2014/main" id="{962CD9D3-812D-16B1-76B7-2B001143D068}"/>
                      </a:ext>
                    </a:extLst>
                  </p:cNvPr>
                  <p:cNvGrpSpPr/>
                  <p:nvPr/>
                </p:nvGrpSpPr>
                <p:grpSpPr>
                  <a:xfrm>
                    <a:off x="1552211" y="3767780"/>
                    <a:ext cx="283749" cy="152680"/>
                    <a:chOff x="1552211" y="3767780"/>
                    <a:chExt cx="283749" cy="152680"/>
                  </a:xfrm>
                  <a:solidFill>
                    <a:srgbClr val="73778E"/>
                  </a:solidFill>
                </p:grpSpPr>
                <p:sp>
                  <p:nvSpPr>
                    <p:cNvPr id="45" name="Freeform 44">
                      <a:extLst>
                        <a:ext uri="{FF2B5EF4-FFF2-40B4-BE49-F238E27FC236}">
                          <a16:creationId xmlns:a16="http://schemas.microsoft.com/office/drawing/2014/main" id="{82CD595E-B6A0-08E7-05B7-621702F47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96819"/>
                      <a:ext cx="137371" cy="23640"/>
                    </a:xfrm>
                    <a:custGeom>
                      <a:avLst/>
                      <a:gdLst>
                        <a:gd name="connsiteX0" fmla="*/ 0 w 137371"/>
                        <a:gd name="connsiteY0" fmla="*/ 0 h 23640"/>
                        <a:gd name="connsiteX1" fmla="*/ 137371 w 137371"/>
                        <a:gd name="connsiteY1" fmla="*/ 0 h 23640"/>
                        <a:gd name="connsiteX2" fmla="*/ 137371 w 137371"/>
                        <a:gd name="connsiteY2" fmla="*/ 23641 h 23640"/>
                        <a:gd name="connsiteX3" fmla="*/ 0 w 137371"/>
                        <a:gd name="connsiteY3" fmla="*/ 23641 h 23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371" h="23640">
                          <a:moveTo>
                            <a:pt x="0" y="0"/>
                          </a:moveTo>
                          <a:lnTo>
                            <a:pt x="137371" y="0"/>
                          </a:lnTo>
                          <a:lnTo>
                            <a:pt x="137371" y="23641"/>
                          </a:lnTo>
                          <a:lnTo>
                            <a:pt x="0" y="23641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6" name="Freeform 45">
                      <a:extLst>
                        <a:ext uri="{FF2B5EF4-FFF2-40B4-BE49-F238E27FC236}">
                          <a16:creationId xmlns:a16="http://schemas.microsoft.com/office/drawing/2014/main" id="{400B265C-7826-60FC-FF9A-06C199F57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76778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47" name="Freeform 46">
                      <a:extLst>
                        <a:ext uri="{FF2B5EF4-FFF2-40B4-BE49-F238E27FC236}">
                          <a16:creationId xmlns:a16="http://schemas.microsoft.com/office/drawing/2014/main" id="{7B0C79F3-DA9E-458D-A507-1E75B8FB3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211" y="3832030"/>
                      <a:ext cx="283749" cy="24713"/>
                    </a:xfrm>
                    <a:custGeom>
                      <a:avLst/>
                      <a:gdLst>
                        <a:gd name="connsiteX0" fmla="*/ 0 w 283749"/>
                        <a:gd name="connsiteY0" fmla="*/ 0 h 24713"/>
                        <a:gd name="connsiteX1" fmla="*/ 283750 w 283749"/>
                        <a:gd name="connsiteY1" fmla="*/ 0 h 24713"/>
                        <a:gd name="connsiteX2" fmla="*/ 283750 w 283749"/>
                        <a:gd name="connsiteY2" fmla="*/ 24713 h 24713"/>
                        <a:gd name="connsiteX3" fmla="*/ 0 w 283749"/>
                        <a:gd name="connsiteY3" fmla="*/ 24713 h 24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3749" h="24713">
                          <a:moveTo>
                            <a:pt x="0" y="0"/>
                          </a:moveTo>
                          <a:lnTo>
                            <a:pt x="283750" y="0"/>
                          </a:lnTo>
                          <a:lnTo>
                            <a:pt x="283750" y="24713"/>
                          </a:lnTo>
                          <a:lnTo>
                            <a:pt x="0" y="24713"/>
                          </a:lnTo>
                          <a:close/>
                        </a:path>
                      </a:pathLst>
                    </a:custGeom>
                    <a:solidFill>
                      <a:srgbClr val="73778E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36" name="Graphic 31">
                <a:extLst>
                  <a:ext uri="{FF2B5EF4-FFF2-40B4-BE49-F238E27FC236}">
                    <a16:creationId xmlns:a16="http://schemas.microsoft.com/office/drawing/2014/main" id="{0727D009-7E5D-4711-0504-03BF1807AB47}"/>
                  </a:ext>
                </a:extLst>
              </p:cNvPr>
              <p:cNvGrpSpPr/>
              <p:nvPr/>
            </p:nvGrpSpPr>
            <p:grpSpPr>
              <a:xfrm>
                <a:off x="1444452" y="3178286"/>
                <a:ext cx="428074" cy="54470"/>
                <a:chOff x="1444452" y="3178286"/>
                <a:chExt cx="428074" cy="54470"/>
              </a:xfrm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8289A65D-240E-D826-42F5-4E1382031392}"/>
                    </a:ext>
                  </a:extLst>
                </p:cNvPr>
                <p:cNvSpPr/>
                <p:nvPr/>
              </p:nvSpPr>
              <p:spPr>
                <a:xfrm>
                  <a:off x="178428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71C6CB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18F6AAB6-B8FB-49E4-B636-79DB2D5D8C9B}"/>
                    </a:ext>
                  </a:extLst>
                </p:cNvPr>
                <p:cNvSpPr/>
                <p:nvPr/>
              </p:nvSpPr>
              <p:spPr>
                <a:xfrm>
                  <a:off x="1671004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8DA80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1CEE12BF-EC6A-6B02-3801-048D8CDE57C5}"/>
                    </a:ext>
                  </a:extLst>
                </p:cNvPr>
                <p:cNvSpPr/>
                <p:nvPr/>
              </p:nvSpPr>
              <p:spPr>
                <a:xfrm>
                  <a:off x="1557730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D99C65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E379B1E-DAA8-D860-509C-FF8BD295FB9B}"/>
                    </a:ext>
                  </a:extLst>
                </p:cNvPr>
                <p:cNvSpPr/>
                <p:nvPr/>
              </p:nvSpPr>
              <p:spPr>
                <a:xfrm>
                  <a:off x="1444452" y="3178286"/>
                  <a:ext cx="88244" cy="54470"/>
                </a:xfrm>
                <a:custGeom>
                  <a:avLst/>
                  <a:gdLst>
                    <a:gd name="connsiteX0" fmla="*/ 0 w 88244"/>
                    <a:gd name="connsiteY0" fmla="*/ 0 h 54470"/>
                    <a:gd name="connsiteX1" fmla="*/ 88245 w 88244"/>
                    <a:gd name="connsiteY1" fmla="*/ 0 h 54470"/>
                    <a:gd name="connsiteX2" fmla="*/ 88245 w 88244"/>
                    <a:gd name="connsiteY2" fmla="*/ 54471 h 54470"/>
                    <a:gd name="connsiteX3" fmla="*/ 0 w 88244"/>
                    <a:gd name="connsiteY3" fmla="*/ 54471 h 5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244" h="54470">
                      <a:moveTo>
                        <a:pt x="0" y="0"/>
                      </a:moveTo>
                      <a:lnTo>
                        <a:pt x="88245" y="0"/>
                      </a:lnTo>
                      <a:lnTo>
                        <a:pt x="88245" y="54471"/>
                      </a:lnTo>
                      <a:lnTo>
                        <a:pt x="0" y="54471"/>
                      </a:lnTo>
                      <a:close/>
                    </a:path>
                  </a:pathLst>
                </a:custGeom>
                <a:solidFill>
                  <a:srgbClr val="64898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6CFCEB9-FDAD-2B42-86A8-94D89AEE39A3}"/>
                </a:ext>
              </a:extLst>
            </p:cNvPr>
            <p:cNvSpPr/>
            <p:nvPr/>
          </p:nvSpPr>
          <p:spPr>
            <a:xfrm>
              <a:off x="729217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6CF845E-1276-0427-FE49-67F8D314F622}"/>
                </a:ext>
              </a:extLst>
            </p:cNvPr>
            <p:cNvSpPr/>
            <p:nvPr/>
          </p:nvSpPr>
          <p:spPr>
            <a:xfrm>
              <a:off x="967442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8A65C02-9B35-7BDE-E226-54A7CC8C43ED}"/>
                </a:ext>
              </a:extLst>
            </p:cNvPr>
            <p:cNvSpPr/>
            <p:nvPr/>
          </p:nvSpPr>
          <p:spPr>
            <a:xfrm>
              <a:off x="967442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A150A8-5228-EA01-2A99-CEB027FB1A93}"/>
                </a:ext>
              </a:extLst>
            </p:cNvPr>
            <p:cNvSpPr/>
            <p:nvPr/>
          </p:nvSpPr>
          <p:spPr>
            <a:xfrm>
              <a:off x="967442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0CB25DC-88EF-EA69-478E-8836FC345D20}"/>
                </a:ext>
              </a:extLst>
            </p:cNvPr>
            <p:cNvSpPr/>
            <p:nvPr/>
          </p:nvSpPr>
          <p:spPr>
            <a:xfrm>
              <a:off x="1313989" y="3373589"/>
              <a:ext cx="205568" cy="171636"/>
            </a:xfrm>
            <a:custGeom>
              <a:avLst/>
              <a:gdLst>
                <a:gd name="connsiteX0" fmla="*/ 0 w 205568"/>
                <a:gd name="connsiteY0" fmla="*/ 0 h 171636"/>
                <a:gd name="connsiteX1" fmla="*/ 205569 w 205568"/>
                <a:gd name="connsiteY1" fmla="*/ 0 h 171636"/>
                <a:gd name="connsiteX2" fmla="*/ 205569 w 205568"/>
                <a:gd name="connsiteY2" fmla="*/ 171636 h 171636"/>
                <a:gd name="connsiteX3" fmla="*/ 0 w 205568"/>
                <a:gd name="connsiteY3" fmla="*/ 171636 h 17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568" h="171636">
                  <a:moveTo>
                    <a:pt x="0" y="0"/>
                  </a:moveTo>
                  <a:lnTo>
                    <a:pt x="205569" y="0"/>
                  </a:lnTo>
                  <a:lnTo>
                    <a:pt x="205569" y="171636"/>
                  </a:lnTo>
                  <a:lnTo>
                    <a:pt x="0" y="171636"/>
                  </a:lnTo>
                  <a:close/>
                </a:path>
              </a:pathLst>
            </a:custGeom>
            <a:solidFill>
              <a:srgbClr val="73778E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FDB632C-4C86-A017-397D-6366B6EB681E}"/>
                </a:ext>
              </a:extLst>
            </p:cNvPr>
            <p:cNvSpPr/>
            <p:nvPr/>
          </p:nvSpPr>
          <p:spPr>
            <a:xfrm>
              <a:off x="1552211" y="3509600"/>
              <a:ext cx="137371" cy="23640"/>
            </a:xfrm>
            <a:custGeom>
              <a:avLst/>
              <a:gdLst>
                <a:gd name="connsiteX0" fmla="*/ 0 w 137371"/>
                <a:gd name="connsiteY0" fmla="*/ 0 h 23640"/>
                <a:gd name="connsiteX1" fmla="*/ 137371 w 137371"/>
                <a:gd name="connsiteY1" fmla="*/ 0 h 23640"/>
                <a:gd name="connsiteX2" fmla="*/ 137371 w 137371"/>
                <a:gd name="connsiteY2" fmla="*/ 23641 h 23640"/>
                <a:gd name="connsiteX3" fmla="*/ 0 w 137371"/>
                <a:gd name="connsiteY3" fmla="*/ 23641 h 2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71" h="23640">
                  <a:moveTo>
                    <a:pt x="0" y="0"/>
                  </a:moveTo>
                  <a:lnTo>
                    <a:pt x="137371" y="0"/>
                  </a:lnTo>
                  <a:lnTo>
                    <a:pt x="137371" y="23641"/>
                  </a:lnTo>
                  <a:lnTo>
                    <a:pt x="0" y="23641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2170300-B0FE-F5A8-9AAC-61B750B130D2}"/>
                </a:ext>
              </a:extLst>
            </p:cNvPr>
            <p:cNvSpPr/>
            <p:nvPr/>
          </p:nvSpPr>
          <p:spPr>
            <a:xfrm>
              <a:off x="1552211" y="338056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D8DC65B-210D-2EC4-4BD7-ED2A82647FE8}"/>
                </a:ext>
              </a:extLst>
            </p:cNvPr>
            <p:cNvSpPr/>
            <p:nvPr/>
          </p:nvSpPr>
          <p:spPr>
            <a:xfrm>
              <a:off x="1552211" y="3444811"/>
              <a:ext cx="283749" cy="24713"/>
            </a:xfrm>
            <a:custGeom>
              <a:avLst/>
              <a:gdLst>
                <a:gd name="connsiteX0" fmla="*/ 0 w 283749"/>
                <a:gd name="connsiteY0" fmla="*/ 0 h 24713"/>
                <a:gd name="connsiteX1" fmla="*/ 283750 w 283749"/>
                <a:gd name="connsiteY1" fmla="*/ 0 h 24713"/>
                <a:gd name="connsiteX2" fmla="*/ 283750 w 283749"/>
                <a:gd name="connsiteY2" fmla="*/ 24713 h 24713"/>
                <a:gd name="connsiteX3" fmla="*/ 0 w 283749"/>
                <a:gd name="connsiteY3" fmla="*/ 24713 h 2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749" h="24713">
                  <a:moveTo>
                    <a:pt x="0" y="0"/>
                  </a:moveTo>
                  <a:lnTo>
                    <a:pt x="283750" y="0"/>
                  </a:lnTo>
                  <a:lnTo>
                    <a:pt x="283750" y="24713"/>
                  </a:lnTo>
                  <a:lnTo>
                    <a:pt x="0" y="24713"/>
                  </a:lnTo>
                  <a:close/>
                </a:path>
              </a:pathLst>
            </a:custGeom>
            <a:solidFill>
              <a:srgbClr val="73778E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D5C4F2-CD05-DD1D-437B-B3E75D898635}"/>
                </a:ext>
              </a:extLst>
            </p:cNvPr>
            <p:cNvSpPr txBox="1"/>
            <p:nvPr/>
          </p:nvSpPr>
          <p:spPr>
            <a:xfrm>
              <a:off x="1227114" y="2905559"/>
              <a:ext cx="637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DIMMT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61FE38C9-DCF8-9C3D-E2C0-D6EE335C3B63}"/>
              </a:ext>
            </a:extLst>
          </p:cNvPr>
          <p:cNvSpPr txBox="1"/>
          <p:nvPr/>
        </p:nvSpPr>
        <p:spPr>
          <a:xfrm>
            <a:off x="2344393" y="1727433"/>
            <a:ext cx="52931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750" dirty="0">
                <a:solidFill>
                  <a:schemeClr val="bg1"/>
                </a:solidFill>
              </a:rPr>
              <a:t>elabFTW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A88A214-F09D-8D26-1592-F68A8BF0A7B6}"/>
              </a:ext>
            </a:extLst>
          </p:cNvPr>
          <p:cNvGrpSpPr/>
          <p:nvPr/>
        </p:nvGrpSpPr>
        <p:grpSpPr>
          <a:xfrm>
            <a:off x="1139404" y="3975790"/>
            <a:ext cx="1044663" cy="880191"/>
            <a:chOff x="585220" y="4373113"/>
            <a:chExt cx="1392884" cy="1173588"/>
          </a:xfrm>
        </p:grpSpPr>
        <p:grpSp>
          <p:nvGrpSpPr>
            <p:cNvPr id="92" name="Graphic 26">
              <a:extLst>
                <a:ext uri="{FF2B5EF4-FFF2-40B4-BE49-F238E27FC236}">
                  <a16:creationId xmlns:a16="http://schemas.microsoft.com/office/drawing/2014/main" id="{C5FDE605-D19D-2157-8945-43EABB5E09A5}"/>
                </a:ext>
              </a:extLst>
            </p:cNvPr>
            <p:cNvGrpSpPr/>
            <p:nvPr/>
          </p:nvGrpSpPr>
          <p:grpSpPr>
            <a:xfrm>
              <a:off x="585220" y="4409756"/>
              <a:ext cx="1377199" cy="1136945"/>
              <a:chOff x="585220" y="4409756"/>
              <a:chExt cx="1377199" cy="1136945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85FEB6ED-ADE9-41F4-1CD8-0F722F5102EE}"/>
                  </a:ext>
                </a:extLst>
              </p:cNvPr>
              <p:cNvSpPr/>
              <p:nvPr/>
            </p:nvSpPr>
            <p:spPr>
              <a:xfrm>
                <a:off x="585220" y="4409756"/>
                <a:ext cx="1377199" cy="1136945"/>
              </a:xfrm>
              <a:custGeom>
                <a:avLst/>
                <a:gdLst>
                  <a:gd name="connsiteX0" fmla="*/ 1377199 w 1377199"/>
                  <a:gd name="connsiteY0" fmla="*/ 43078 h 1136945"/>
                  <a:gd name="connsiteX1" fmla="*/ 1377199 w 1377199"/>
                  <a:gd name="connsiteY1" fmla="*/ 1136945 h 1136945"/>
                  <a:gd name="connsiteX2" fmla="*/ 643 w 1377199"/>
                  <a:gd name="connsiteY2" fmla="*/ 1136945 h 1136945"/>
                  <a:gd name="connsiteX3" fmla="*/ 643 w 1377199"/>
                  <a:gd name="connsiteY3" fmla="*/ 175310 h 1136945"/>
                  <a:gd name="connsiteX4" fmla="*/ 0 w 1377199"/>
                  <a:gd name="connsiteY4" fmla="*/ 175310 h 1136945"/>
                  <a:gd name="connsiteX5" fmla="*/ 0 w 1377199"/>
                  <a:gd name="connsiteY5" fmla="*/ 52506 h 1136945"/>
                  <a:gd name="connsiteX6" fmla="*/ 1286 w 1377199"/>
                  <a:gd name="connsiteY6" fmla="*/ 52506 h 1136945"/>
                  <a:gd name="connsiteX7" fmla="*/ 0 w 1377199"/>
                  <a:gd name="connsiteY7" fmla="*/ 43078 h 1136945"/>
                  <a:gd name="connsiteX8" fmla="*/ 43078 w 1377199"/>
                  <a:gd name="connsiteY8" fmla="*/ 0 h 1136945"/>
                  <a:gd name="connsiteX9" fmla="*/ 1334121 w 1377199"/>
                  <a:gd name="connsiteY9" fmla="*/ 0 h 1136945"/>
                  <a:gd name="connsiteX10" fmla="*/ 1377199 w 1377199"/>
                  <a:gd name="connsiteY10" fmla="*/ 43078 h 1136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7199" h="1136945">
                    <a:moveTo>
                      <a:pt x="1377199" y="43078"/>
                    </a:moveTo>
                    <a:lnTo>
                      <a:pt x="1377199" y="1136945"/>
                    </a:lnTo>
                    <a:lnTo>
                      <a:pt x="643" y="1136945"/>
                    </a:lnTo>
                    <a:lnTo>
                      <a:pt x="643" y="175310"/>
                    </a:lnTo>
                    <a:lnTo>
                      <a:pt x="0" y="175310"/>
                    </a:lnTo>
                    <a:lnTo>
                      <a:pt x="0" y="52506"/>
                    </a:lnTo>
                    <a:lnTo>
                      <a:pt x="1286" y="52506"/>
                    </a:lnTo>
                    <a:cubicBezTo>
                      <a:pt x="430" y="49509"/>
                      <a:pt x="0" y="46289"/>
                      <a:pt x="0" y="43078"/>
                    </a:cubicBezTo>
                    <a:cubicBezTo>
                      <a:pt x="0" y="19286"/>
                      <a:pt x="19289" y="0"/>
                      <a:pt x="43078" y="0"/>
                    </a:cubicBezTo>
                    <a:lnTo>
                      <a:pt x="1334121" y="0"/>
                    </a:lnTo>
                    <a:cubicBezTo>
                      <a:pt x="1357910" y="0"/>
                      <a:pt x="1377199" y="19286"/>
                      <a:pt x="1377199" y="43078"/>
                    </a:cubicBezTo>
                    <a:close/>
                  </a:path>
                </a:pathLst>
              </a:custGeom>
              <a:solidFill>
                <a:srgbClr val="50555B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F8C7119E-C53A-37C9-921E-060EB59682DF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939809"/>
              </a:xfrm>
              <a:custGeom>
                <a:avLst/>
                <a:gdLst>
                  <a:gd name="connsiteX0" fmla="*/ 0 w 1327334"/>
                  <a:gd name="connsiteY0" fmla="*/ 0 h 939809"/>
                  <a:gd name="connsiteX1" fmla="*/ 1327335 w 1327334"/>
                  <a:gd name="connsiteY1" fmla="*/ 0 h 939809"/>
                  <a:gd name="connsiteX2" fmla="*/ 1327335 w 1327334"/>
                  <a:gd name="connsiteY2" fmla="*/ 939809 h 939809"/>
                  <a:gd name="connsiteX3" fmla="*/ 0 w 1327334"/>
                  <a:gd name="connsiteY3" fmla="*/ 939809 h 93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93980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939809"/>
                    </a:lnTo>
                    <a:lnTo>
                      <a:pt x="0" y="939809"/>
                    </a:lnTo>
                    <a:close/>
                  </a:path>
                </a:pathLst>
              </a:custGeom>
              <a:solidFill>
                <a:srgbClr val="FFFFFF"/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D1CB09A-7F79-8B3B-8247-47AA7DEA34C3}"/>
                  </a:ext>
                </a:extLst>
              </p:cNvPr>
              <p:cNvSpPr/>
              <p:nvPr/>
            </p:nvSpPr>
            <p:spPr>
              <a:xfrm>
                <a:off x="610152" y="4578349"/>
                <a:ext cx="1327334" cy="55849"/>
              </a:xfrm>
              <a:custGeom>
                <a:avLst/>
                <a:gdLst>
                  <a:gd name="connsiteX0" fmla="*/ 0 w 1327334"/>
                  <a:gd name="connsiteY0" fmla="*/ 0 h 55849"/>
                  <a:gd name="connsiteX1" fmla="*/ 1327335 w 1327334"/>
                  <a:gd name="connsiteY1" fmla="*/ 0 h 55849"/>
                  <a:gd name="connsiteX2" fmla="*/ 1327335 w 1327334"/>
                  <a:gd name="connsiteY2" fmla="*/ 55849 h 55849"/>
                  <a:gd name="connsiteX3" fmla="*/ 0 w 1327334"/>
                  <a:gd name="connsiteY3" fmla="*/ 55849 h 55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334" h="55849">
                    <a:moveTo>
                      <a:pt x="0" y="0"/>
                    </a:moveTo>
                    <a:lnTo>
                      <a:pt x="1327335" y="0"/>
                    </a:lnTo>
                    <a:lnTo>
                      <a:pt x="1327335" y="55849"/>
                    </a:lnTo>
                    <a:lnTo>
                      <a:pt x="0" y="55849"/>
                    </a:lnTo>
                    <a:close/>
                  </a:path>
                </a:pathLst>
              </a:custGeom>
              <a:solidFill>
                <a:srgbClr val="191919">
                  <a:alpha val="6000"/>
                </a:srgbClr>
              </a:solidFill>
              <a:ln w="26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grpSp>
            <p:nvGrpSpPr>
              <p:cNvPr id="105" name="Graphic 26">
                <a:extLst>
                  <a:ext uri="{FF2B5EF4-FFF2-40B4-BE49-F238E27FC236}">
                    <a16:creationId xmlns:a16="http://schemas.microsoft.com/office/drawing/2014/main" id="{77E62BC1-3138-B430-0294-DEC61E9A0A36}"/>
                  </a:ext>
                </a:extLst>
              </p:cNvPr>
              <p:cNvGrpSpPr/>
              <p:nvPr/>
            </p:nvGrpSpPr>
            <p:grpSpPr>
              <a:xfrm>
                <a:off x="653391" y="4462573"/>
                <a:ext cx="302908" cy="69521"/>
                <a:chOff x="653391" y="4462573"/>
                <a:chExt cx="302908" cy="69521"/>
              </a:xfrm>
            </p:grpSpPr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72B6286A-2080-D354-8103-1428F58658EB}"/>
                    </a:ext>
                  </a:extLst>
                </p:cNvPr>
                <p:cNvSpPr/>
                <p:nvPr/>
              </p:nvSpPr>
              <p:spPr>
                <a:xfrm>
                  <a:off x="890985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97CB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FED75FBF-8F99-E086-9C2C-6910544AEE62}"/>
                    </a:ext>
                  </a:extLst>
                </p:cNvPr>
                <p:cNvSpPr/>
                <p:nvPr/>
              </p:nvSpPr>
              <p:spPr>
                <a:xfrm>
                  <a:off x="772188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F7E778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5DEDC059-90BE-86E8-6AD7-B5437FB40433}"/>
                    </a:ext>
                  </a:extLst>
                </p:cNvPr>
                <p:cNvSpPr/>
                <p:nvPr/>
              </p:nvSpPr>
              <p:spPr>
                <a:xfrm>
                  <a:off x="653391" y="4462573"/>
                  <a:ext cx="65314" cy="69521"/>
                </a:xfrm>
                <a:custGeom>
                  <a:avLst/>
                  <a:gdLst>
                    <a:gd name="connsiteX0" fmla="*/ 65315 w 65314"/>
                    <a:gd name="connsiteY0" fmla="*/ 34761 h 69521"/>
                    <a:gd name="connsiteX1" fmla="*/ 32657 w 65314"/>
                    <a:gd name="connsiteY1" fmla="*/ 69522 h 69521"/>
                    <a:gd name="connsiteX2" fmla="*/ 0 w 65314"/>
                    <a:gd name="connsiteY2" fmla="*/ 34761 h 69521"/>
                    <a:gd name="connsiteX3" fmla="*/ 32657 w 65314"/>
                    <a:gd name="connsiteY3" fmla="*/ 0 h 69521"/>
                    <a:gd name="connsiteX4" fmla="*/ 65315 w 65314"/>
                    <a:gd name="connsiteY4" fmla="*/ 34761 h 69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14" h="69521">
                      <a:moveTo>
                        <a:pt x="65315" y="34761"/>
                      </a:moveTo>
                      <a:cubicBezTo>
                        <a:pt x="65315" y="53959"/>
                        <a:pt x="50694" y="69522"/>
                        <a:pt x="32657" y="69522"/>
                      </a:cubicBezTo>
                      <a:cubicBezTo>
                        <a:pt x="14621" y="69522"/>
                        <a:pt x="0" y="53959"/>
                        <a:pt x="0" y="34761"/>
                      </a:cubicBezTo>
                      <a:cubicBezTo>
                        <a:pt x="0" y="15563"/>
                        <a:pt x="14621" y="0"/>
                        <a:pt x="32657" y="0"/>
                      </a:cubicBezTo>
                      <a:cubicBezTo>
                        <a:pt x="50694" y="0"/>
                        <a:pt x="65315" y="15563"/>
                        <a:pt x="65315" y="34761"/>
                      </a:cubicBezTo>
                      <a:close/>
                    </a:path>
                  </a:pathLst>
                </a:custGeom>
                <a:solidFill>
                  <a:srgbClr val="EB6D81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  <p:grpSp>
            <p:nvGrpSpPr>
              <p:cNvPr id="106" name="Graphic 26">
                <a:extLst>
                  <a:ext uri="{FF2B5EF4-FFF2-40B4-BE49-F238E27FC236}">
                    <a16:creationId xmlns:a16="http://schemas.microsoft.com/office/drawing/2014/main" id="{055B0779-3D7E-584B-E7DD-94B8DC9BB372}"/>
                  </a:ext>
                </a:extLst>
              </p:cNvPr>
              <p:cNvGrpSpPr/>
              <p:nvPr/>
            </p:nvGrpSpPr>
            <p:grpSpPr>
              <a:xfrm>
                <a:off x="729661" y="5231682"/>
                <a:ext cx="1110159" cy="172166"/>
                <a:chOff x="729661" y="5231682"/>
                <a:chExt cx="1110159" cy="172166"/>
              </a:xfrm>
            </p:grpSpPr>
            <p:grpSp>
              <p:nvGrpSpPr>
                <p:cNvPr id="112" name="Graphic 26">
                  <a:extLst>
                    <a:ext uri="{FF2B5EF4-FFF2-40B4-BE49-F238E27FC236}">
                      <a16:creationId xmlns:a16="http://schemas.microsoft.com/office/drawing/2014/main" id="{19371317-1339-240A-D051-45B5F0AEE450}"/>
                    </a:ext>
                  </a:extLst>
                </p:cNvPr>
                <p:cNvGrpSpPr/>
                <p:nvPr/>
              </p:nvGrpSpPr>
              <p:grpSpPr>
                <a:xfrm>
                  <a:off x="729661" y="5231682"/>
                  <a:ext cx="523585" cy="172166"/>
                  <a:chOff x="729661" y="5231682"/>
                  <a:chExt cx="523585" cy="172166"/>
                </a:xfrm>
              </p:grpSpPr>
              <p:sp>
                <p:nvSpPr>
                  <p:cNvPr id="119" name="Freeform 118">
                    <a:extLst>
                      <a:ext uri="{FF2B5EF4-FFF2-40B4-BE49-F238E27FC236}">
                        <a16:creationId xmlns:a16="http://schemas.microsoft.com/office/drawing/2014/main" id="{5C29252F-D039-AE74-24B1-5496FB684761}"/>
                      </a:ext>
                    </a:extLst>
                  </p:cNvPr>
                  <p:cNvSpPr/>
                  <p:nvPr/>
                </p:nvSpPr>
                <p:spPr>
                  <a:xfrm>
                    <a:off x="729661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20" name="Graphic 26">
                    <a:extLst>
                      <a:ext uri="{FF2B5EF4-FFF2-40B4-BE49-F238E27FC236}">
                        <a16:creationId xmlns:a16="http://schemas.microsoft.com/office/drawing/2014/main" id="{009DA871-662E-40A7-8DDF-7F175085DEA0}"/>
                      </a:ext>
                    </a:extLst>
                  </p:cNvPr>
                  <p:cNvGrpSpPr/>
                  <p:nvPr/>
                </p:nvGrpSpPr>
                <p:grpSpPr>
                  <a:xfrm>
                    <a:off x="968621" y="5238676"/>
                    <a:ext cx="284625" cy="153151"/>
                    <a:chOff x="968621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21" name="Freeform 120">
                      <a:extLst>
                        <a:ext uri="{FF2B5EF4-FFF2-40B4-BE49-F238E27FC236}">
                          <a16:creationId xmlns:a16="http://schemas.microsoft.com/office/drawing/2014/main" id="{C6BC414F-3AE0-BDAB-6DB7-7E51FDE52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2" name="Freeform 121">
                      <a:extLst>
                        <a:ext uri="{FF2B5EF4-FFF2-40B4-BE49-F238E27FC236}">
                          <a16:creationId xmlns:a16="http://schemas.microsoft.com/office/drawing/2014/main" id="{E5178544-D4EE-0322-1AFD-C62E476A7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23" name="Freeform 122">
                      <a:extLst>
                        <a:ext uri="{FF2B5EF4-FFF2-40B4-BE49-F238E27FC236}">
                          <a16:creationId xmlns:a16="http://schemas.microsoft.com/office/drawing/2014/main" id="{E7EC4357-EDB6-CC35-DFFC-0664CC026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21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  <p:grpSp>
              <p:nvGrpSpPr>
                <p:cNvPr id="113" name="Graphic 26">
                  <a:extLst>
                    <a:ext uri="{FF2B5EF4-FFF2-40B4-BE49-F238E27FC236}">
                      <a16:creationId xmlns:a16="http://schemas.microsoft.com/office/drawing/2014/main" id="{101155C1-6535-19CD-FE55-FE7EC757AB1C}"/>
                    </a:ext>
                  </a:extLst>
                </p:cNvPr>
                <p:cNvGrpSpPr/>
                <p:nvPr/>
              </p:nvGrpSpPr>
              <p:grpSpPr>
                <a:xfrm>
                  <a:off x="1316238" y="5231682"/>
                  <a:ext cx="523583" cy="172166"/>
                  <a:chOff x="1316238" y="5231682"/>
                  <a:chExt cx="523583" cy="172166"/>
                </a:xfrm>
              </p:grpSpPr>
              <p:sp>
                <p:nvSpPr>
                  <p:cNvPr id="114" name="Freeform 113">
                    <a:extLst>
                      <a:ext uri="{FF2B5EF4-FFF2-40B4-BE49-F238E27FC236}">
                        <a16:creationId xmlns:a16="http://schemas.microsoft.com/office/drawing/2014/main" id="{D45515D0-B8D3-9204-5FDC-248458D911B5}"/>
                      </a:ext>
                    </a:extLst>
                  </p:cNvPr>
                  <p:cNvSpPr/>
                  <p:nvPr/>
                </p:nvSpPr>
                <p:spPr>
                  <a:xfrm>
                    <a:off x="1316238" y="5231682"/>
                    <a:ext cx="206203" cy="172166"/>
                  </a:xfrm>
                  <a:custGeom>
                    <a:avLst/>
                    <a:gdLst>
                      <a:gd name="connsiteX0" fmla="*/ 0 w 206203"/>
                      <a:gd name="connsiteY0" fmla="*/ 0 h 172166"/>
                      <a:gd name="connsiteX1" fmla="*/ 206203 w 206203"/>
                      <a:gd name="connsiteY1" fmla="*/ 0 h 172166"/>
                      <a:gd name="connsiteX2" fmla="*/ 206203 w 206203"/>
                      <a:gd name="connsiteY2" fmla="*/ 172166 h 172166"/>
                      <a:gd name="connsiteX3" fmla="*/ 0 w 206203"/>
                      <a:gd name="connsiteY3" fmla="*/ 172166 h 17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203" h="172166">
                        <a:moveTo>
                          <a:pt x="0" y="0"/>
                        </a:moveTo>
                        <a:lnTo>
                          <a:pt x="206203" y="0"/>
                        </a:lnTo>
                        <a:lnTo>
                          <a:pt x="206203" y="172166"/>
                        </a:lnTo>
                        <a:lnTo>
                          <a:pt x="0" y="172166"/>
                        </a:lnTo>
                        <a:close/>
                      </a:path>
                    </a:pathLst>
                  </a:custGeom>
                  <a:solidFill>
                    <a:srgbClr val="95A8A5">
                      <a:alpha val="50000"/>
                    </a:srgbClr>
                  </a:solidFill>
                  <a:ln w="267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grpSp>
                <p:nvGrpSpPr>
                  <p:cNvPr id="115" name="Graphic 26">
                    <a:extLst>
                      <a:ext uri="{FF2B5EF4-FFF2-40B4-BE49-F238E27FC236}">
                        <a16:creationId xmlns:a16="http://schemas.microsoft.com/office/drawing/2014/main" id="{7FC9E28F-BBB1-F45F-83E4-5D8A2B6117E8}"/>
                      </a:ext>
                    </a:extLst>
                  </p:cNvPr>
                  <p:cNvGrpSpPr/>
                  <p:nvPr/>
                </p:nvGrpSpPr>
                <p:grpSpPr>
                  <a:xfrm>
                    <a:off x="1555195" y="5238676"/>
                    <a:ext cx="284625" cy="153151"/>
                    <a:chOff x="1555195" y="5238676"/>
                    <a:chExt cx="284625" cy="153151"/>
                  </a:xfrm>
                  <a:solidFill>
                    <a:srgbClr val="95A8A5"/>
                  </a:solidFill>
                </p:grpSpPr>
                <p:sp>
                  <p:nvSpPr>
                    <p:cNvPr id="116" name="Freeform 115">
                      <a:extLst>
                        <a:ext uri="{FF2B5EF4-FFF2-40B4-BE49-F238E27FC236}">
                          <a16:creationId xmlns:a16="http://schemas.microsoft.com/office/drawing/2014/main" id="{6FE5000B-7498-2918-C0D5-32211A56CF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68114"/>
                      <a:ext cx="137795" cy="23713"/>
                    </a:xfrm>
                    <a:custGeom>
                      <a:avLst/>
                      <a:gdLst>
                        <a:gd name="connsiteX0" fmla="*/ 0 w 137795"/>
                        <a:gd name="connsiteY0" fmla="*/ 0 h 23713"/>
                        <a:gd name="connsiteX1" fmla="*/ 137795 w 137795"/>
                        <a:gd name="connsiteY1" fmla="*/ 0 h 23713"/>
                        <a:gd name="connsiteX2" fmla="*/ 137795 w 137795"/>
                        <a:gd name="connsiteY2" fmla="*/ 23714 h 23713"/>
                        <a:gd name="connsiteX3" fmla="*/ 0 w 137795"/>
                        <a:gd name="connsiteY3" fmla="*/ 23714 h 237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795" h="23713">
                          <a:moveTo>
                            <a:pt x="0" y="0"/>
                          </a:moveTo>
                          <a:lnTo>
                            <a:pt x="137795" y="0"/>
                          </a:lnTo>
                          <a:lnTo>
                            <a:pt x="137795" y="23714"/>
                          </a:lnTo>
                          <a:lnTo>
                            <a:pt x="0" y="23714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7" name="Freeform 116">
                      <a:extLst>
                        <a:ext uri="{FF2B5EF4-FFF2-40B4-BE49-F238E27FC236}">
                          <a16:creationId xmlns:a16="http://schemas.microsoft.com/office/drawing/2014/main" id="{412C3284-ED2E-020C-D0F9-0568B2DC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238676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  <p:sp>
                  <p:nvSpPr>
                    <p:cNvPr id="118" name="Freeform 117">
                      <a:extLst>
                        <a:ext uri="{FF2B5EF4-FFF2-40B4-BE49-F238E27FC236}">
                          <a16:creationId xmlns:a16="http://schemas.microsoft.com/office/drawing/2014/main" id="{A1A7A0E3-3BEA-2E7B-CC41-7124EC1BAA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5195" y="5303125"/>
                      <a:ext cx="284625" cy="24789"/>
                    </a:xfrm>
                    <a:custGeom>
                      <a:avLst/>
                      <a:gdLst>
                        <a:gd name="connsiteX0" fmla="*/ 0 w 284625"/>
                        <a:gd name="connsiteY0" fmla="*/ 0 h 24789"/>
                        <a:gd name="connsiteX1" fmla="*/ 284626 w 284625"/>
                        <a:gd name="connsiteY1" fmla="*/ 0 h 24789"/>
                        <a:gd name="connsiteX2" fmla="*/ 284626 w 284625"/>
                        <a:gd name="connsiteY2" fmla="*/ 24790 h 24789"/>
                        <a:gd name="connsiteX3" fmla="*/ 0 w 284625"/>
                        <a:gd name="connsiteY3" fmla="*/ 24790 h 24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4625" h="24789">
                          <a:moveTo>
                            <a:pt x="0" y="0"/>
                          </a:moveTo>
                          <a:lnTo>
                            <a:pt x="284626" y="0"/>
                          </a:lnTo>
                          <a:lnTo>
                            <a:pt x="284626" y="24790"/>
                          </a:lnTo>
                          <a:lnTo>
                            <a:pt x="0" y="24790"/>
                          </a:lnTo>
                          <a:close/>
                        </a:path>
                      </a:pathLst>
                    </a:custGeom>
                    <a:solidFill>
                      <a:srgbClr val="95A8A5"/>
                    </a:solidFill>
                    <a:ln w="267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T" sz="675"/>
                    </a:p>
                  </p:txBody>
                </p:sp>
              </p:grpSp>
            </p:grpSp>
          </p:grpSp>
          <p:grpSp>
            <p:nvGrpSpPr>
              <p:cNvPr id="107" name="Graphic 26">
                <a:extLst>
                  <a:ext uri="{FF2B5EF4-FFF2-40B4-BE49-F238E27FC236}">
                    <a16:creationId xmlns:a16="http://schemas.microsoft.com/office/drawing/2014/main" id="{67A50284-6EB4-58E3-5AF5-506ED4844338}"/>
                  </a:ext>
                </a:extLst>
              </p:cNvPr>
              <p:cNvGrpSpPr/>
              <p:nvPr/>
            </p:nvGrpSpPr>
            <p:grpSpPr>
              <a:xfrm>
                <a:off x="1430324" y="4664034"/>
                <a:ext cx="429395" cy="54638"/>
                <a:chOff x="1430324" y="4664034"/>
                <a:chExt cx="429395" cy="54638"/>
              </a:xfrm>
            </p:grpSpPr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8A786752-D941-BA54-8D2D-BC95A0C628CD}"/>
                    </a:ext>
                  </a:extLst>
                </p:cNvPr>
                <p:cNvSpPr/>
                <p:nvPr/>
              </p:nvSpPr>
              <p:spPr>
                <a:xfrm>
                  <a:off x="1771202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8FD1D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A688BCC1-BC9E-D254-6DAB-9BB295ED5938}"/>
                    </a:ext>
                  </a:extLst>
                </p:cNvPr>
                <p:cNvSpPr/>
                <p:nvPr/>
              </p:nvSpPr>
              <p:spPr>
                <a:xfrm>
                  <a:off x="1657575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EFF09A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84B6D00C-25E4-5884-9D76-6D5820A933B5}"/>
                    </a:ext>
                  </a:extLst>
                </p:cNvPr>
                <p:cNvSpPr/>
                <p:nvPr/>
              </p:nvSpPr>
              <p:spPr>
                <a:xfrm>
                  <a:off x="1543951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F2B47D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F7CAA25F-5593-6955-E3B1-070EF2C24320}"/>
                    </a:ext>
                  </a:extLst>
                </p:cNvPr>
                <p:cNvSpPr/>
                <p:nvPr/>
              </p:nvSpPr>
              <p:spPr>
                <a:xfrm>
                  <a:off x="1430324" y="4664034"/>
                  <a:ext cx="88517" cy="54638"/>
                </a:xfrm>
                <a:custGeom>
                  <a:avLst/>
                  <a:gdLst>
                    <a:gd name="connsiteX0" fmla="*/ 0 w 88517"/>
                    <a:gd name="connsiteY0" fmla="*/ 0 h 54638"/>
                    <a:gd name="connsiteX1" fmla="*/ 88517 w 88517"/>
                    <a:gd name="connsiteY1" fmla="*/ 0 h 54638"/>
                    <a:gd name="connsiteX2" fmla="*/ 88517 w 88517"/>
                    <a:gd name="connsiteY2" fmla="*/ 54639 h 54638"/>
                    <a:gd name="connsiteX3" fmla="*/ 0 w 88517"/>
                    <a:gd name="connsiteY3" fmla="*/ 54639 h 5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517" h="54638">
                      <a:moveTo>
                        <a:pt x="0" y="0"/>
                      </a:moveTo>
                      <a:lnTo>
                        <a:pt x="88517" y="0"/>
                      </a:lnTo>
                      <a:lnTo>
                        <a:pt x="88517" y="54639"/>
                      </a:lnTo>
                      <a:lnTo>
                        <a:pt x="0" y="54639"/>
                      </a:lnTo>
                      <a:close/>
                    </a:path>
                  </a:pathLst>
                </a:custGeom>
                <a:solidFill>
                  <a:srgbClr val="759EAC"/>
                </a:solidFill>
                <a:ln w="267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</p:grp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DF7359-D13F-219A-1225-DF08081E617F}"/>
                </a:ext>
              </a:extLst>
            </p:cNvPr>
            <p:cNvSpPr txBox="1"/>
            <p:nvPr/>
          </p:nvSpPr>
          <p:spPr>
            <a:xfrm>
              <a:off x="1244569" y="4373113"/>
              <a:ext cx="733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750" dirty="0">
                  <a:solidFill>
                    <a:schemeClr val="bg1"/>
                  </a:solidFill>
                </a:rPr>
                <a:t>easyDMP</a:t>
              </a: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B245EB1-AB92-9E67-C170-10B1E9E4D8E5}"/>
                </a:ext>
              </a:extLst>
            </p:cNvPr>
            <p:cNvSpPr/>
            <p:nvPr/>
          </p:nvSpPr>
          <p:spPr>
            <a:xfrm>
              <a:off x="715556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B1A6952-C5C0-A76F-CA49-D519EC986B6E}"/>
                </a:ext>
              </a:extLst>
            </p:cNvPr>
            <p:cNvSpPr/>
            <p:nvPr/>
          </p:nvSpPr>
          <p:spPr>
            <a:xfrm>
              <a:off x="954516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9C48F91-803B-65DC-3AF7-74736E232ADC}"/>
                </a:ext>
              </a:extLst>
            </p:cNvPr>
            <p:cNvSpPr/>
            <p:nvPr/>
          </p:nvSpPr>
          <p:spPr>
            <a:xfrm>
              <a:off x="954516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FE51A73-06A8-FE02-E774-4991024CCF14}"/>
                </a:ext>
              </a:extLst>
            </p:cNvPr>
            <p:cNvSpPr/>
            <p:nvPr/>
          </p:nvSpPr>
          <p:spPr>
            <a:xfrm>
              <a:off x="954516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CC8E949-B96A-A2D7-6FEE-9B7B1A8E6C7A}"/>
                </a:ext>
              </a:extLst>
            </p:cNvPr>
            <p:cNvSpPr/>
            <p:nvPr/>
          </p:nvSpPr>
          <p:spPr>
            <a:xfrm>
              <a:off x="1302133" y="4871227"/>
              <a:ext cx="206203" cy="172166"/>
            </a:xfrm>
            <a:custGeom>
              <a:avLst/>
              <a:gdLst>
                <a:gd name="connsiteX0" fmla="*/ 0 w 206203"/>
                <a:gd name="connsiteY0" fmla="*/ 0 h 172166"/>
                <a:gd name="connsiteX1" fmla="*/ 206203 w 206203"/>
                <a:gd name="connsiteY1" fmla="*/ 0 h 172166"/>
                <a:gd name="connsiteX2" fmla="*/ 206203 w 206203"/>
                <a:gd name="connsiteY2" fmla="*/ 172166 h 172166"/>
                <a:gd name="connsiteX3" fmla="*/ 0 w 206203"/>
                <a:gd name="connsiteY3" fmla="*/ 172166 h 17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03" h="172166">
                  <a:moveTo>
                    <a:pt x="0" y="0"/>
                  </a:moveTo>
                  <a:lnTo>
                    <a:pt x="206203" y="0"/>
                  </a:lnTo>
                  <a:lnTo>
                    <a:pt x="206203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95A8A5">
                <a:alpha val="50000"/>
              </a:srgbClr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8E4E2D56-E761-701D-3CB2-FE5BF40EB76F}"/>
                </a:ext>
              </a:extLst>
            </p:cNvPr>
            <p:cNvSpPr/>
            <p:nvPr/>
          </p:nvSpPr>
          <p:spPr>
            <a:xfrm>
              <a:off x="1541090" y="5007659"/>
              <a:ext cx="137795" cy="23713"/>
            </a:xfrm>
            <a:custGeom>
              <a:avLst/>
              <a:gdLst>
                <a:gd name="connsiteX0" fmla="*/ 0 w 137795"/>
                <a:gd name="connsiteY0" fmla="*/ 0 h 23713"/>
                <a:gd name="connsiteX1" fmla="*/ 137795 w 137795"/>
                <a:gd name="connsiteY1" fmla="*/ 0 h 23713"/>
                <a:gd name="connsiteX2" fmla="*/ 137795 w 137795"/>
                <a:gd name="connsiteY2" fmla="*/ 23714 h 23713"/>
                <a:gd name="connsiteX3" fmla="*/ 0 w 137795"/>
                <a:gd name="connsiteY3" fmla="*/ 23714 h 2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95" h="23713">
                  <a:moveTo>
                    <a:pt x="0" y="0"/>
                  </a:moveTo>
                  <a:lnTo>
                    <a:pt x="137795" y="0"/>
                  </a:lnTo>
                  <a:lnTo>
                    <a:pt x="137795" y="23714"/>
                  </a:lnTo>
                  <a:lnTo>
                    <a:pt x="0" y="23714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2BA51B5C-EA31-6466-0847-3C56BCEC4ED7}"/>
                </a:ext>
              </a:extLst>
            </p:cNvPr>
            <p:cNvSpPr/>
            <p:nvPr/>
          </p:nvSpPr>
          <p:spPr>
            <a:xfrm>
              <a:off x="1541090" y="4878221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24CE427-8DC4-3CFC-CA0D-19111AF1102A}"/>
                </a:ext>
              </a:extLst>
            </p:cNvPr>
            <p:cNvSpPr/>
            <p:nvPr/>
          </p:nvSpPr>
          <p:spPr>
            <a:xfrm>
              <a:off x="1541090" y="4942670"/>
              <a:ext cx="284625" cy="24789"/>
            </a:xfrm>
            <a:custGeom>
              <a:avLst/>
              <a:gdLst>
                <a:gd name="connsiteX0" fmla="*/ 0 w 284625"/>
                <a:gd name="connsiteY0" fmla="*/ 0 h 24789"/>
                <a:gd name="connsiteX1" fmla="*/ 284626 w 284625"/>
                <a:gd name="connsiteY1" fmla="*/ 0 h 24789"/>
                <a:gd name="connsiteX2" fmla="*/ 284626 w 284625"/>
                <a:gd name="connsiteY2" fmla="*/ 24790 h 24789"/>
                <a:gd name="connsiteX3" fmla="*/ 0 w 284625"/>
                <a:gd name="connsiteY3" fmla="*/ 24790 h 2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625" h="24789">
                  <a:moveTo>
                    <a:pt x="0" y="0"/>
                  </a:moveTo>
                  <a:lnTo>
                    <a:pt x="284626" y="0"/>
                  </a:lnTo>
                  <a:lnTo>
                    <a:pt x="284626" y="24790"/>
                  </a:lnTo>
                  <a:lnTo>
                    <a:pt x="0" y="24790"/>
                  </a:lnTo>
                  <a:close/>
                </a:path>
              </a:pathLst>
            </a:custGeom>
            <a:solidFill>
              <a:srgbClr val="95A8A5"/>
            </a:solidFill>
            <a:ln w="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E080175-C341-8690-51F5-D1860F9B5CBF}"/>
              </a:ext>
            </a:extLst>
          </p:cNvPr>
          <p:cNvSpPr txBox="1"/>
          <p:nvPr/>
        </p:nvSpPr>
        <p:spPr>
          <a:xfrm>
            <a:off x="6000143" y="2999016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03AD355-53B5-621A-0E82-37A7CE7F93C2}"/>
              </a:ext>
            </a:extLst>
          </p:cNvPr>
          <p:cNvSpPr/>
          <p:nvPr/>
        </p:nvSpPr>
        <p:spPr>
          <a:xfrm>
            <a:off x="4084046" y="1743660"/>
            <a:ext cx="975909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PRP</a:t>
            </a:r>
          </a:p>
          <a:p>
            <a:pPr algn="ctr"/>
            <a:r>
              <a:rPr lang="en-IT" sz="675" dirty="0"/>
              <a:t>CDM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40D87AE-1203-DB55-DA5C-3B1755B43C92}"/>
              </a:ext>
            </a:extLst>
          </p:cNvPr>
          <p:cNvSpPr/>
          <p:nvPr/>
        </p:nvSpPr>
        <p:spPr>
          <a:xfrm>
            <a:off x="4084046" y="3017359"/>
            <a:ext cx="601005" cy="1276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APP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A6B1385-9F4E-99BF-7A8A-E8D55C8E358E}"/>
              </a:ext>
            </a:extLst>
          </p:cNvPr>
          <p:cNvSpPr/>
          <p:nvPr/>
        </p:nvSpPr>
        <p:spPr>
          <a:xfrm>
            <a:off x="4084045" y="4291058"/>
            <a:ext cx="980747" cy="531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Laboratories</a:t>
            </a:r>
          </a:p>
          <a:p>
            <a:pPr algn="ctr"/>
            <a:r>
              <a:rPr lang="en-IT" dirty="0"/>
              <a:t>app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DFF94B5-84CB-7311-F1E9-BC834E8279A8}"/>
              </a:ext>
            </a:extLst>
          </p:cNvPr>
          <p:cNvSpPr/>
          <p:nvPr/>
        </p:nvSpPr>
        <p:spPr>
          <a:xfrm>
            <a:off x="5066550" y="2482092"/>
            <a:ext cx="499165" cy="2084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675" dirty="0"/>
              <a:t>DJANGO ORM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959337F-53DF-A8FC-4DCA-E1E09464D793}"/>
              </a:ext>
            </a:extLst>
          </p:cNvPr>
          <p:cNvSpPr/>
          <p:nvPr/>
        </p:nvSpPr>
        <p:spPr>
          <a:xfrm>
            <a:off x="4689888" y="3017358"/>
            <a:ext cx="370067" cy="12736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IT" sz="675" dirty="0"/>
              <a:t>    Wagtail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34D167-235C-F461-E357-C5EA3C5BEB67}"/>
              </a:ext>
            </a:extLst>
          </p:cNvPr>
          <p:cNvSpPr/>
          <p:nvPr/>
        </p:nvSpPr>
        <p:spPr>
          <a:xfrm>
            <a:off x="3436478" y="3021867"/>
            <a:ext cx="649108" cy="180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Home</a:t>
            </a:r>
          </a:p>
          <a:p>
            <a:pPr algn="ctr"/>
            <a:r>
              <a:rPr lang="en-IT" sz="675" dirty="0"/>
              <a:t>admin</a:t>
            </a: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6AA01E22-7997-A392-6A5F-C029610B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0020" y="3743350"/>
            <a:ext cx="738935" cy="7389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3645743-DE26-D532-4B31-D02577F72D5B}"/>
              </a:ext>
            </a:extLst>
          </p:cNvPr>
          <p:cNvSpPr txBox="1"/>
          <p:nvPr/>
        </p:nvSpPr>
        <p:spPr>
          <a:xfrm>
            <a:off x="2373316" y="3329544"/>
            <a:ext cx="1071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Multisite</a:t>
            </a:r>
          </a:p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routing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155687-101B-3B84-2B9C-151C335211EF}"/>
              </a:ext>
            </a:extLst>
          </p:cNvPr>
          <p:cNvSpPr txBox="1"/>
          <p:nvPr/>
        </p:nvSpPr>
        <p:spPr>
          <a:xfrm rot="16200000">
            <a:off x="6889218" y="3768040"/>
            <a:ext cx="9060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webapp_db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9E525B-1ADC-9164-DEFE-0A1153DBEE34}"/>
              </a:ext>
            </a:extLst>
          </p:cNvPr>
          <p:cNvSpPr txBox="1"/>
          <p:nvPr/>
        </p:nvSpPr>
        <p:spPr>
          <a:xfrm>
            <a:off x="8041028" y="2464115"/>
            <a:ext cx="392415" cy="182694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decos_</a:t>
            </a:r>
          </a:p>
          <a:p>
            <a:r>
              <a:rPr lang="en-IT" sz="675" dirty="0">
                <a:latin typeface="Courier New" panose="02070309020205020404" pitchFamily="49" charset="0"/>
                <a:cs typeface="Courier New" panose="02070309020205020404" pitchFamily="49" charset="0"/>
              </a:rPr>
              <a:t>metadata_db</a:t>
            </a:r>
          </a:p>
        </p:txBody>
      </p:sp>
      <p:pic>
        <p:nvPicPr>
          <p:cNvPr id="145" name="Picture 4" descr="Django Community | Django">
            <a:extLst>
              <a:ext uri="{FF2B5EF4-FFF2-40B4-BE49-F238E27FC236}">
                <a16:creationId xmlns:a16="http://schemas.microsoft.com/office/drawing/2014/main" id="{D75A0714-170B-8945-7D54-642428FDA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24" b="92823" l="4167" r="96583">
                        <a14:foregroundMark x1="12083" y1="27512" x2="12083" y2="27512"/>
                        <a14:foregroundMark x1="4167" y1="33971" x2="4167" y2="33971"/>
                        <a14:foregroundMark x1="22750" y1="45694" x2="22750" y2="45694"/>
                        <a14:foregroundMark x1="23250" y1="13636" x2="23250" y2="13636"/>
                        <a14:foregroundMark x1="37333" y1="32536" x2="37333" y2="32536"/>
                        <a14:foregroundMark x1="50500" y1="33014" x2="50500" y2="33014"/>
                        <a14:foregroundMark x1="22667" y1="5502" x2="22667" y2="5502"/>
                        <a14:foregroundMark x1="71500" y1="93062" x2="71500" y2="93062"/>
                        <a14:foregroundMark x1="87583" y1="66746" x2="87583" y2="66746"/>
                        <a14:foregroundMark x1="96583" y1="52153" x2="96583" y2="52153"/>
                        <a14:backgroundMark x1="30250" y1="12679" x2="30250" y2="12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39" y="4591022"/>
            <a:ext cx="665626" cy="23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6" descr="Wagtail Logo &amp; Brand Assets (SVG, PNG and vector) - Brandfetch">
            <a:extLst>
              <a:ext uri="{FF2B5EF4-FFF2-40B4-BE49-F238E27FC236}">
                <a16:creationId xmlns:a16="http://schemas.microsoft.com/office/drawing/2014/main" id="{75DA97CF-1ABB-7328-F81A-920EE670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35" y="3060995"/>
            <a:ext cx="260372" cy="26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F4BAA555-BC02-159E-33CB-BC4F5CFF319A}"/>
              </a:ext>
            </a:extLst>
          </p:cNvPr>
          <p:cNvSpPr/>
          <p:nvPr/>
        </p:nvSpPr>
        <p:spPr>
          <a:xfrm>
            <a:off x="5064792" y="1743659"/>
            <a:ext cx="499165" cy="738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T" sz="1050" dirty="0"/>
              <a:t>API</a:t>
            </a:r>
          </a:p>
          <a:p>
            <a:pPr algn="ctr"/>
            <a:r>
              <a:rPr lang="en-IT" sz="1050" dirty="0"/>
              <a:t>INTERFACE</a:t>
            </a:r>
          </a:p>
        </p:txBody>
      </p:sp>
      <p:pic>
        <p:nvPicPr>
          <p:cNvPr id="148" name="Picture 8" descr="Combined logo">
            <a:extLst>
              <a:ext uri="{FF2B5EF4-FFF2-40B4-BE49-F238E27FC236}">
                <a16:creationId xmlns:a16="http://schemas.microsoft.com/office/drawing/2014/main" id="{5970ECE4-8A4E-EA71-F06B-F6C44EC0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6967" y1="53521" x2="36967" y2="53521"/>
                        <a14:foregroundMark x1="43602" y1="45070" x2="43602" y2="45070"/>
                        <a14:foregroundMark x1="46445" y1="46479" x2="46445" y2="46479"/>
                        <a14:foregroundMark x1="53081" y1="49296" x2="53081" y2="49296"/>
                        <a14:foregroundMark x1="57346" y1="35211" x2="57346" y2="35211"/>
                        <a14:foregroundMark x1="62085" y1="35211" x2="62085" y2="35211"/>
                        <a14:foregroundMark x1="66351" y1="32394" x2="66351" y2="32394"/>
                        <a14:foregroundMark x1="71090" y1="38028" x2="71090" y2="38028"/>
                        <a14:foregroundMark x1="80569" y1="38028" x2="80569" y2="38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845" y="4764635"/>
            <a:ext cx="542929" cy="18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148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6B2B3DA5-387B-15FF-0108-FD586D5D35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981" y="4101961"/>
            <a:ext cx="1578051" cy="986282"/>
          </a:xfrm>
          <a:prstGeom prst="rect">
            <a:avLst/>
          </a:prstGeom>
        </p:spPr>
      </p:pic>
      <p:sp>
        <p:nvSpPr>
          <p:cNvPr id="150" name="AutoShape 12">
            <a:extLst>
              <a:ext uri="{FF2B5EF4-FFF2-40B4-BE49-F238E27FC236}">
                <a16:creationId xmlns:a16="http://schemas.microsoft.com/office/drawing/2014/main" id="{D8C6C129-5FB4-3A77-6930-96425025FB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1647" y="22839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T" sz="675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B7FDB91-FF2D-6DD7-0DEC-6C4D81EA47E4}"/>
              </a:ext>
            </a:extLst>
          </p:cNvPr>
          <p:cNvSpPr txBox="1"/>
          <p:nvPr/>
        </p:nvSpPr>
        <p:spPr>
          <a:xfrm>
            <a:off x="3766112" y="4866501"/>
            <a:ext cx="179784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DECOS WEB APPs</a:t>
            </a:r>
            <a:endParaRPr lang="en-IT" sz="675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0DD1455-4A05-8094-E09C-D37158174C74}"/>
              </a:ext>
            </a:extLst>
          </p:cNvPr>
          <p:cNvSpPr txBox="1"/>
          <p:nvPr/>
        </p:nvSpPr>
        <p:spPr>
          <a:xfrm>
            <a:off x="498465" y="3687119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EPIRO</a:t>
            </a:r>
            <a:endParaRPr lang="en-IT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55FAC3B-1A07-AABA-81CD-1796D0438A31}"/>
              </a:ext>
            </a:extLst>
          </p:cNvPr>
          <p:cNvSpPr txBox="1"/>
          <p:nvPr/>
        </p:nvSpPr>
        <p:spPr>
          <a:xfrm>
            <a:off x="357899" y="4645853"/>
            <a:ext cx="45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easyDMP</a:t>
            </a:r>
            <a:endParaRPr lang="en-IT" sz="1200" dirty="0"/>
          </a:p>
        </p:txBody>
      </p:sp>
      <p:grpSp>
        <p:nvGrpSpPr>
          <p:cNvPr id="4" name="Graphic 84">
            <a:extLst>
              <a:ext uri="{FF2B5EF4-FFF2-40B4-BE49-F238E27FC236}">
                <a16:creationId xmlns:a16="http://schemas.microsoft.com/office/drawing/2014/main" id="{4D8BB54B-FCCE-0CF8-4743-11BC25DBA026}"/>
              </a:ext>
            </a:extLst>
          </p:cNvPr>
          <p:cNvGrpSpPr/>
          <p:nvPr/>
        </p:nvGrpSpPr>
        <p:grpSpPr>
          <a:xfrm>
            <a:off x="1924839" y="1748805"/>
            <a:ext cx="876332" cy="663149"/>
            <a:chOff x="2107207" y="2553731"/>
            <a:chExt cx="1168442" cy="88419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93D3A76-36B2-91A5-E98D-F9D1E32BB3FB}"/>
                </a:ext>
              </a:extLst>
            </p:cNvPr>
            <p:cNvSpPr/>
            <p:nvPr/>
          </p:nvSpPr>
          <p:spPr>
            <a:xfrm>
              <a:off x="2107207" y="2553731"/>
              <a:ext cx="1168442" cy="884198"/>
            </a:xfrm>
            <a:custGeom>
              <a:avLst/>
              <a:gdLst>
                <a:gd name="connsiteX0" fmla="*/ 1168442 w 1168442"/>
                <a:gd name="connsiteY0" fmla="*/ 33501 h 884198"/>
                <a:gd name="connsiteX1" fmla="*/ 1168442 w 1168442"/>
                <a:gd name="connsiteY1" fmla="*/ 884198 h 884198"/>
                <a:gd name="connsiteX2" fmla="*/ 545 w 1168442"/>
                <a:gd name="connsiteY2" fmla="*/ 884198 h 884198"/>
                <a:gd name="connsiteX3" fmla="*/ 545 w 1168442"/>
                <a:gd name="connsiteY3" fmla="*/ 136338 h 884198"/>
                <a:gd name="connsiteX4" fmla="*/ 0 w 1168442"/>
                <a:gd name="connsiteY4" fmla="*/ 136338 h 884198"/>
                <a:gd name="connsiteX5" fmla="*/ 0 w 1168442"/>
                <a:gd name="connsiteY5" fmla="*/ 40834 h 884198"/>
                <a:gd name="connsiteX6" fmla="*/ 1091 w 1168442"/>
                <a:gd name="connsiteY6" fmla="*/ 40834 h 884198"/>
                <a:gd name="connsiteX7" fmla="*/ 0 w 1168442"/>
                <a:gd name="connsiteY7" fmla="*/ 33501 h 884198"/>
                <a:gd name="connsiteX8" fmla="*/ 36548 w 1168442"/>
                <a:gd name="connsiteY8" fmla="*/ 0 h 884198"/>
                <a:gd name="connsiteX9" fmla="*/ 1131894 w 1168442"/>
                <a:gd name="connsiteY9" fmla="*/ 0 h 884198"/>
                <a:gd name="connsiteX10" fmla="*/ 1168442 w 1168442"/>
                <a:gd name="connsiteY10" fmla="*/ 33501 h 88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8442" h="884198">
                  <a:moveTo>
                    <a:pt x="1168442" y="33501"/>
                  </a:moveTo>
                  <a:lnTo>
                    <a:pt x="1168442" y="884198"/>
                  </a:lnTo>
                  <a:lnTo>
                    <a:pt x="545" y="884198"/>
                  </a:lnTo>
                  <a:lnTo>
                    <a:pt x="545" y="136338"/>
                  </a:lnTo>
                  <a:lnTo>
                    <a:pt x="0" y="136338"/>
                  </a:lnTo>
                  <a:lnTo>
                    <a:pt x="0" y="40834"/>
                  </a:lnTo>
                  <a:lnTo>
                    <a:pt x="1091" y="40834"/>
                  </a:lnTo>
                  <a:cubicBezTo>
                    <a:pt x="365" y="38503"/>
                    <a:pt x="0" y="35999"/>
                    <a:pt x="0" y="33501"/>
                  </a:cubicBezTo>
                  <a:cubicBezTo>
                    <a:pt x="0" y="14999"/>
                    <a:pt x="16365" y="0"/>
                    <a:pt x="36548" y="0"/>
                  </a:cubicBezTo>
                  <a:lnTo>
                    <a:pt x="1131894" y="0"/>
                  </a:lnTo>
                  <a:cubicBezTo>
                    <a:pt x="1152077" y="0"/>
                    <a:pt x="1168442" y="14999"/>
                    <a:pt x="1168442" y="33501"/>
                  </a:cubicBezTo>
                  <a:close/>
                </a:path>
              </a:pathLst>
            </a:custGeom>
            <a:solidFill>
              <a:srgbClr val="50555B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4033718-3D11-DB1F-BEC3-7EB6F28535CA}"/>
                </a:ext>
              </a:extLst>
            </p:cNvPr>
            <p:cNvSpPr/>
            <p:nvPr/>
          </p:nvSpPr>
          <p:spPr>
            <a:xfrm>
              <a:off x="2128359" y="2684845"/>
              <a:ext cx="1126136" cy="730886"/>
            </a:xfrm>
            <a:custGeom>
              <a:avLst/>
              <a:gdLst>
                <a:gd name="connsiteX0" fmla="*/ 0 w 1126136"/>
                <a:gd name="connsiteY0" fmla="*/ 0 h 730886"/>
                <a:gd name="connsiteX1" fmla="*/ 1126136 w 1126136"/>
                <a:gd name="connsiteY1" fmla="*/ 0 h 730886"/>
                <a:gd name="connsiteX2" fmla="*/ 1126136 w 1126136"/>
                <a:gd name="connsiteY2" fmla="*/ 730886 h 730886"/>
                <a:gd name="connsiteX3" fmla="*/ 0 w 1126136"/>
                <a:gd name="connsiteY3" fmla="*/ 730886 h 73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136" h="730886">
                  <a:moveTo>
                    <a:pt x="0" y="0"/>
                  </a:moveTo>
                  <a:lnTo>
                    <a:pt x="1126136" y="0"/>
                  </a:lnTo>
                  <a:lnTo>
                    <a:pt x="1126136" y="730886"/>
                  </a:lnTo>
                  <a:lnTo>
                    <a:pt x="0" y="730886"/>
                  </a:lnTo>
                  <a:close/>
                </a:path>
              </a:pathLst>
            </a:custGeom>
            <a:solidFill>
              <a:srgbClr val="FFFFFF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3369075-A453-1BCB-76F4-1E751A180881}"/>
                </a:ext>
              </a:extLst>
            </p:cNvPr>
            <p:cNvSpPr/>
            <p:nvPr/>
          </p:nvSpPr>
          <p:spPr>
            <a:xfrm>
              <a:off x="2128359" y="2684845"/>
              <a:ext cx="1126136" cy="43433"/>
            </a:xfrm>
            <a:custGeom>
              <a:avLst/>
              <a:gdLst>
                <a:gd name="connsiteX0" fmla="*/ 0 w 1126136"/>
                <a:gd name="connsiteY0" fmla="*/ 0 h 43433"/>
                <a:gd name="connsiteX1" fmla="*/ 1126136 w 1126136"/>
                <a:gd name="connsiteY1" fmla="*/ 0 h 43433"/>
                <a:gd name="connsiteX2" fmla="*/ 1126136 w 1126136"/>
                <a:gd name="connsiteY2" fmla="*/ 43434 h 43433"/>
                <a:gd name="connsiteX3" fmla="*/ 0 w 1126136"/>
                <a:gd name="connsiteY3" fmla="*/ 43434 h 4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136" h="43433">
                  <a:moveTo>
                    <a:pt x="0" y="0"/>
                  </a:moveTo>
                  <a:lnTo>
                    <a:pt x="1126136" y="0"/>
                  </a:lnTo>
                  <a:lnTo>
                    <a:pt x="1126136" y="43434"/>
                  </a:lnTo>
                  <a:lnTo>
                    <a:pt x="0" y="43434"/>
                  </a:lnTo>
                  <a:close/>
                </a:path>
              </a:pathLst>
            </a:custGeom>
            <a:solidFill>
              <a:srgbClr val="191919">
                <a:alpha val="6000"/>
              </a:srgbClr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 sz="675"/>
            </a:p>
          </p:txBody>
        </p:sp>
        <p:grpSp>
          <p:nvGrpSpPr>
            <p:cNvPr id="8" name="Graphic 84">
              <a:extLst>
                <a:ext uri="{FF2B5EF4-FFF2-40B4-BE49-F238E27FC236}">
                  <a16:creationId xmlns:a16="http://schemas.microsoft.com/office/drawing/2014/main" id="{121D3914-FA3E-C636-8D18-725133842640}"/>
                </a:ext>
              </a:extLst>
            </p:cNvPr>
            <p:cNvGrpSpPr/>
            <p:nvPr/>
          </p:nvGrpSpPr>
          <p:grpSpPr>
            <a:xfrm>
              <a:off x="2650053" y="2796328"/>
              <a:ext cx="512396" cy="274492"/>
              <a:chOff x="2650053" y="2796328"/>
              <a:chExt cx="512396" cy="274492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0D4F8FF6-9479-FEA1-DBE0-4D52320C72B3}"/>
                  </a:ext>
                </a:extLst>
              </p:cNvPr>
              <p:cNvSpPr/>
              <p:nvPr/>
            </p:nvSpPr>
            <p:spPr>
              <a:xfrm>
                <a:off x="2650053" y="2796328"/>
                <a:ext cx="512396" cy="209478"/>
              </a:xfrm>
              <a:custGeom>
                <a:avLst/>
                <a:gdLst>
                  <a:gd name="connsiteX0" fmla="*/ 512396 w 512396"/>
                  <a:gd name="connsiteY0" fmla="*/ 0 h 209478"/>
                  <a:gd name="connsiteX1" fmla="*/ 512396 w 512396"/>
                  <a:gd name="connsiteY1" fmla="*/ 129797 h 209478"/>
                  <a:gd name="connsiteX2" fmla="*/ 417346 w 512396"/>
                  <a:gd name="connsiteY2" fmla="*/ 129797 h 209478"/>
                  <a:gd name="connsiteX3" fmla="*/ 322846 w 512396"/>
                  <a:gd name="connsiteY3" fmla="*/ 209479 h 209478"/>
                  <a:gd name="connsiteX4" fmla="*/ 167895 w 512396"/>
                  <a:gd name="connsiteY4" fmla="*/ 78851 h 209478"/>
                  <a:gd name="connsiteX5" fmla="*/ 81074 w 512396"/>
                  <a:gd name="connsiteY5" fmla="*/ 152030 h 209478"/>
                  <a:gd name="connsiteX6" fmla="*/ 0 w 512396"/>
                  <a:gd name="connsiteY6" fmla="*/ 152030 h 209478"/>
                  <a:gd name="connsiteX7" fmla="*/ 0 w 512396"/>
                  <a:gd name="connsiteY7" fmla="*/ 0 h 20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2396" h="209478">
                    <a:moveTo>
                      <a:pt x="512396" y="0"/>
                    </a:moveTo>
                    <a:lnTo>
                      <a:pt x="512396" y="129797"/>
                    </a:lnTo>
                    <a:lnTo>
                      <a:pt x="417346" y="129797"/>
                    </a:lnTo>
                    <a:lnTo>
                      <a:pt x="322846" y="209479"/>
                    </a:lnTo>
                    <a:lnTo>
                      <a:pt x="167895" y="78851"/>
                    </a:lnTo>
                    <a:lnTo>
                      <a:pt x="81074" y="152030"/>
                    </a:lnTo>
                    <a:lnTo>
                      <a:pt x="0" y="1520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CAE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E61BC38E-148B-2867-8775-D0555BF582EC}"/>
                  </a:ext>
                </a:extLst>
              </p:cNvPr>
              <p:cNvSpPr/>
              <p:nvPr/>
            </p:nvSpPr>
            <p:spPr>
              <a:xfrm>
                <a:off x="2650053" y="2875179"/>
                <a:ext cx="512396" cy="195641"/>
              </a:xfrm>
              <a:custGeom>
                <a:avLst/>
                <a:gdLst>
                  <a:gd name="connsiteX0" fmla="*/ 512396 w 512396"/>
                  <a:gd name="connsiteY0" fmla="*/ 50946 h 195641"/>
                  <a:gd name="connsiteX1" fmla="*/ 512396 w 512396"/>
                  <a:gd name="connsiteY1" fmla="*/ 195641 h 195641"/>
                  <a:gd name="connsiteX2" fmla="*/ 0 w 512396"/>
                  <a:gd name="connsiteY2" fmla="*/ 195641 h 195641"/>
                  <a:gd name="connsiteX3" fmla="*/ 0 w 512396"/>
                  <a:gd name="connsiteY3" fmla="*/ 73178 h 195641"/>
                  <a:gd name="connsiteX4" fmla="*/ 81074 w 512396"/>
                  <a:gd name="connsiteY4" fmla="*/ 73178 h 195641"/>
                  <a:gd name="connsiteX5" fmla="*/ 167895 w 512396"/>
                  <a:gd name="connsiteY5" fmla="*/ 0 h 195641"/>
                  <a:gd name="connsiteX6" fmla="*/ 322846 w 512396"/>
                  <a:gd name="connsiteY6" fmla="*/ 130628 h 195641"/>
                  <a:gd name="connsiteX7" fmla="*/ 417346 w 512396"/>
                  <a:gd name="connsiteY7" fmla="*/ 50946 h 195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2396" h="195641">
                    <a:moveTo>
                      <a:pt x="512396" y="50946"/>
                    </a:moveTo>
                    <a:lnTo>
                      <a:pt x="512396" y="195641"/>
                    </a:lnTo>
                    <a:lnTo>
                      <a:pt x="0" y="195641"/>
                    </a:lnTo>
                    <a:lnTo>
                      <a:pt x="0" y="73178"/>
                    </a:lnTo>
                    <a:lnTo>
                      <a:pt x="81074" y="73178"/>
                    </a:lnTo>
                    <a:lnTo>
                      <a:pt x="167895" y="0"/>
                    </a:lnTo>
                    <a:lnTo>
                      <a:pt x="322846" y="130628"/>
                    </a:lnTo>
                    <a:lnTo>
                      <a:pt x="417346" y="50946"/>
                    </a:lnTo>
                    <a:close/>
                  </a:path>
                </a:pathLst>
              </a:custGeom>
              <a:solidFill>
                <a:srgbClr val="F4A891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2CE64A11-6A1B-5CBD-6E45-06751A4E7D83}"/>
                  </a:ext>
                </a:extLst>
              </p:cNvPr>
              <p:cNvSpPr/>
              <p:nvPr/>
            </p:nvSpPr>
            <p:spPr>
              <a:xfrm>
                <a:off x="2650053" y="2864090"/>
                <a:ext cx="512396" cy="154194"/>
              </a:xfrm>
              <a:custGeom>
                <a:avLst/>
                <a:gdLst>
                  <a:gd name="connsiteX0" fmla="*/ 512396 w 512396"/>
                  <a:gd name="connsiteY0" fmla="*/ 54391 h 154194"/>
                  <a:gd name="connsiteX1" fmla="*/ 512396 w 512396"/>
                  <a:gd name="connsiteY1" fmla="*/ 71067 h 154194"/>
                  <a:gd name="connsiteX2" fmla="*/ 421929 w 512396"/>
                  <a:gd name="connsiteY2" fmla="*/ 71067 h 154194"/>
                  <a:gd name="connsiteX3" fmla="*/ 323040 w 512396"/>
                  <a:gd name="connsiteY3" fmla="*/ 154195 h 154194"/>
                  <a:gd name="connsiteX4" fmla="*/ 167635 w 512396"/>
                  <a:gd name="connsiteY4" fmla="*/ 23569 h 154194"/>
                  <a:gd name="connsiteX5" fmla="*/ 84657 w 512396"/>
                  <a:gd name="connsiteY5" fmla="*/ 93300 h 154194"/>
                  <a:gd name="connsiteX6" fmla="*/ 0 w 512396"/>
                  <a:gd name="connsiteY6" fmla="*/ 93300 h 154194"/>
                  <a:gd name="connsiteX7" fmla="*/ 0 w 512396"/>
                  <a:gd name="connsiteY7" fmla="*/ 76626 h 154194"/>
                  <a:gd name="connsiteX8" fmla="*/ 76428 w 512396"/>
                  <a:gd name="connsiteY8" fmla="*/ 76626 h 154194"/>
                  <a:gd name="connsiteX9" fmla="*/ 167635 w 512396"/>
                  <a:gd name="connsiteY9" fmla="*/ 0 h 154194"/>
                  <a:gd name="connsiteX10" fmla="*/ 323040 w 512396"/>
                  <a:gd name="connsiteY10" fmla="*/ 130625 h 154194"/>
                  <a:gd name="connsiteX11" fmla="*/ 413699 w 512396"/>
                  <a:gd name="connsiteY11" fmla="*/ 54391 h 15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2396" h="154194">
                    <a:moveTo>
                      <a:pt x="512396" y="54391"/>
                    </a:moveTo>
                    <a:lnTo>
                      <a:pt x="512396" y="71067"/>
                    </a:lnTo>
                    <a:lnTo>
                      <a:pt x="421929" y="71067"/>
                    </a:lnTo>
                    <a:lnTo>
                      <a:pt x="323040" y="154195"/>
                    </a:lnTo>
                    <a:lnTo>
                      <a:pt x="167635" y="23569"/>
                    </a:lnTo>
                    <a:lnTo>
                      <a:pt x="84657" y="93300"/>
                    </a:lnTo>
                    <a:lnTo>
                      <a:pt x="0" y="93300"/>
                    </a:lnTo>
                    <a:lnTo>
                      <a:pt x="0" y="76626"/>
                    </a:lnTo>
                    <a:lnTo>
                      <a:pt x="76428" y="76626"/>
                    </a:lnTo>
                    <a:lnTo>
                      <a:pt x="167635" y="0"/>
                    </a:lnTo>
                    <a:lnTo>
                      <a:pt x="323040" y="130625"/>
                    </a:lnTo>
                    <a:lnTo>
                      <a:pt x="413699" y="54391"/>
                    </a:lnTo>
                    <a:close/>
                  </a:path>
                </a:pathLst>
              </a:custGeom>
              <a:solidFill>
                <a:srgbClr val="FBFAD5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62C195C1-BA75-6943-9043-03502E624ABD}"/>
                  </a:ext>
                </a:extLst>
              </p:cNvPr>
              <p:cNvSpPr/>
              <p:nvPr/>
            </p:nvSpPr>
            <p:spPr>
              <a:xfrm>
                <a:off x="2801955" y="2865569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9CB6226E-91F4-E4B1-C490-543943898150}"/>
                  </a:ext>
                </a:extLst>
              </p:cNvPr>
              <p:cNvSpPr/>
              <p:nvPr/>
            </p:nvSpPr>
            <p:spPr>
              <a:xfrm>
                <a:off x="3049153" y="2909794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1C419C82-2D9D-345C-6680-DCDBF179239B}"/>
                  </a:ext>
                </a:extLst>
              </p:cNvPr>
              <p:cNvSpPr/>
              <p:nvPr/>
            </p:nvSpPr>
            <p:spPr>
              <a:xfrm>
                <a:off x="2954455" y="2988856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A4AD57AC-6DEB-BF8B-B3CD-124DBFBDB9BF}"/>
                  </a:ext>
                </a:extLst>
              </p:cNvPr>
              <p:cNvSpPr/>
              <p:nvPr/>
            </p:nvSpPr>
            <p:spPr>
              <a:xfrm>
                <a:off x="2714815" y="2927501"/>
                <a:ext cx="36490" cy="32662"/>
              </a:xfrm>
              <a:custGeom>
                <a:avLst/>
                <a:gdLst>
                  <a:gd name="connsiteX0" fmla="*/ 36491 w 36490"/>
                  <a:gd name="connsiteY0" fmla="*/ 16331 h 32662"/>
                  <a:gd name="connsiteX1" fmla="*/ 18246 w 36490"/>
                  <a:gd name="connsiteY1" fmla="*/ 32663 h 32662"/>
                  <a:gd name="connsiteX2" fmla="*/ 0 w 36490"/>
                  <a:gd name="connsiteY2" fmla="*/ 16331 h 32662"/>
                  <a:gd name="connsiteX3" fmla="*/ 18246 w 36490"/>
                  <a:gd name="connsiteY3" fmla="*/ 0 h 32662"/>
                  <a:gd name="connsiteX4" fmla="*/ 36491 w 36490"/>
                  <a:gd name="connsiteY4" fmla="*/ 16331 h 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0" h="32662">
                    <a:moveTo>
                      <a:pt x="36491" y="16331"/>
                    </a:moveTo>
                    <a:cubicBezTo>
                      <a:pt x="36491" y="25351"/>
                      <a:pt x="28322" y="32663"/>
                      <a:pt x="18246" y="32663"/>
                    </a:cubicBezTo>
                    <a:cubicBezTo>
                      <a:pt x="8169" y="32663"/>
                      <a:pt x="0" y="25351"/>
                      <a:pt x="0" y="16331"/>
                    </a:cubicBezTo>
                    <a:cubicBezTo>
                      <a:pt x="0" y="7312"/>
                      <a:pt x="8169" y="0"/>
                      <a:pt x="18246" y="0"/>
                    </a:cubicBezTo>
                    <a:cubicBezTo>
                      <a:pt x="28322" y="0"/>
                      <a:pt x="36491" y="7312"/>
                      <a:pt x="36491" y="16331"/>
                    </a:cubicBezTo>
                    <a:close/>
                  </a:path>
                </a:pathLst>
              </a:custGeom>
              <a:solidFill>
                <a:srgbClr val="FFFFF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  <p:grpSp>
          <p:nvGrpSpPr>
            <p:cNvPr id="9" name="Graphic 84">
              <a:extLst>
                <a:ext uri="{FF2B5EF4-FFF2-40B4-BE49-F238E27FC236}">
                  <a16:creationId xmlns:a16="http://schemas.microsoft.com/office/drawing/2014/main" id="{900E9693-9F0E-FACB-AF4F-2E84019F4B7F}"/>
                </a:ext>
              </a:extLst>
            </p:cNvPr>
            <p:cNvGrpSpPr/>
            <p:nvPr/>
          </p:nvGrpSpPr>
          <p:grpSpPr>
            <a:xfrm>
              <a:off x="2165044" y="2594807"/>
              <a:ext cx="256993" cy="54066"/>
              <a:chOff x="2165044" y="2594807"/>
              <a:chExt cx="256993" cy="54066"/>
            </a:xfrm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E5F52484-B123-EBDC-3ACF-A6A5FF4748F9}"/>
                  </a:ext>
                </a:extLst>
              </p:cNvPr>
              <p:cNvSpPr/>
              <p:nvPr/>
            </p:nvSpPr>
            <p:spPr>
              <a:xfrm>
                <a:off x="2366623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97CB78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69BAFAB2-F2D4-5721-EE2F-82E240E8E6B0}"/>
                  </a:ext>
                </a:extLst>
              </p:cNvPr>
              <p:cNvSpPr/>
              <p:nvPr/>
            </p:nvSpPr>
            <p:spPr>
              <a:xfrm>
                <a:off x="2265834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F7E778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32229D92-2C53-F0D1-33B0-B6D4C707AA19}"/>
                  </a:ext>
                </a:extLst>
              </p:cNvPr>
              <p:cNvSpPr/>
              <p:nvPr/>
            </p:nvSpPr>
            <p:spPr>
              <a:xfrm>
                <a:off x="2165044" y="2594807"/>
                <a:ext cx="55414" cy="54066"/>
              </a:xfrm>
              <a:custGeom>
                <a:avLst/>
                <a:gdLst>
                  <a:gd name="connsiteX0" fmla="*/ 55414 w 55414"/>
                  <a:gd name="connsiteY0" fmla="*/ 27033 h 54066"/>
                  <a:gd name="connsiteX1" fmla="*/ 27707 w 55414"/>
                  <a:gd name="connsiteY1" fmla="*/ 54067 h 54066"/>
                  <a:gd name="connsiteX2" fmla="*/ 0 w 55414"/>
                  <a:gd name="connsiteY2" fmla="*/ 27033 h 54066"/>
                  <a:gd name="connsiteX3" fmla="*/ 27707 w 55414"/>
                  <a:gd name="connsiteY3" fmla="*/ 0 h 54066"/>
                  <a:gd name="connsiteX4" fmla="*/ 55414 w 55414"/>
                  <a:gd name="connsiteY4" fmla="*/ 27033 h 5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14" h="54066">
                    <a:moveTo>
                      <a:pt x="55414" y="27033"/>
                    </a:moveTo>
                    <a:cubicBezTo>
                      <a:pt x="55414" y="41963"/>
                      <a:pt x="43009" y="54067"/>
                      <a:pt x="27707" y="54067"/>
                    </a:cubicBezTo>
                    <a:cubicBezTo>
                      <a:pt x="12405" y="54067"/>
                      <a:pt x="0" y="41963"/>
                      <a:pt x="0" y="27033"/>
                    </a:cubicBezTo>
                    <a:cubicBezTo>
                      <a:pt x="0" y="12103"/>
                      <a:pt x="12405" y="0"/>
                      <a:pt x="27707" y="0"/>
                    </a:cubicBezTo>
                    <a:cubicBezTo>
                      <a:pt x="43009" y="0"/>
                      <a:pt x="55414" y="12103"/>
                      <a:pt x="55414" y="27033"/>
                    </a:cubicBezTo>
                    <a:close/>
                  </a:path>
                </a:pathLst>
              </a:custGeom>
              <a:solidFill>
                <a:srgbClr val="EB6D81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  <p:grpSp>
          <p:nvGrpSpPr>
            <p:cNvPr id="10" name="Graphic 84">
              <a:extLst>
                <a:ext uri="{FF2B5EF4-FFF2-40B4-BE49-F238E27FC236}">
                  <a16:creationId xmlns:a16="http://schemas.microsoft.com/office/drawing/2014/main" id="{F6719A13-2C4B-7E02-4709-A0C6B671D367}"/>
                </a:ext>
              </a:extLst>
            </p:cNvPr>
            <p:cNvGrpSpPr/>
            <p:nvPr/>
          </p:nvGrpSpPr>
          <p:grpSpPr>
            <a:xfrm>
              <a:off x="2229754" y="3192940"/>
              <a:ext cx="941880" cy="133892"/>
              <a:chOff x="2229754" y="3192940"/>
              <a:chExt cx="941880" cy="133892"/>
            </a:xfrm>
          </p:grpSpPr>
          <p:grpSp>
            <p:nvGrpSpPr>
              <p:cNvPr id="16" name="Graphic 84">
                <a:extLst>
                  <a:ext uri="{FF2B5EF4-FFF2-40B4-BE49-F238E27FC236}">
                    <a16:creationId xmlns:a16="http://schemas.microsoft.com/office/drawing/2014/main" id="{91534373-A8D3-90F2-07D4-0CF239425A85}"/>
                  </a:ext>
                </a:extLst>
              </p:cNvPr>
              <p:cNvGrpSpPr/>
              <p:nvPr/>
            </p:nvGrpSpPr>
            <p:grpSpPr>
              <a:xfrm>
                <a:off x="2229754" y="3192940"/>
                <a:ext cx="444220" cy="133892"/>
                <a:chOff x="2229754" y="3192940"/>
                <a:chExt cx="444220" cy="133892"/>
              </a:xfrm>
            </p:grpSpPr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20C436F7-E72A-4C7A-C4A3-1447A7FFC768}"/>
                    </a:ext>
                  </a:extLst>
                </p:cNvPr>
                <p:cNvSpPr/>
                <p:nvPr/>
              </p:nvSpPr>
              <p:spPr>
                <a:xfrm>
                  <a:off x="2229754" y="3192940"/>
                  <a:ext cx="174946" cy="133892"/>
                </a:xfrm>
                <a:custGeom>
                  <a:avLst/>
                  <a:gdLst>
                    <a:gd name="connsiteX0" fmla="*/ 0 w 174946"/>
                    <a:gd name="connsiteY0" fmla="*/ 0 h 133892"/>
                    <a:gd name="connsiteX1" fmla="*/ 174947 w 174946"/>
                    <a:gd name="connsiteY1" fmla="*/ 0 h 133892"/>
                    <a:gd name="connsiteX2" fmla="*/ 174947 w 174946"/>
                    <a:gd name="connsiteY2" fmla="*/ 133893 h 133892"/>
                    <a:gd name="connsiteX3" fmla="*/ 0 w 174946"/>
                    <a:gd name="connsiteY3" fmla="*/ 133893 h 133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46" h="133892">
                      <a:moveTo>
                        <a:pt x="0" y="0"/>
                      </a:moveTo>
                      <a:lnTo>
                        <a:pt x="174947" y="0"/>
                      </a:lnTo>
                      <a:lnTo>
                        <a:pt x="174947" y="133893"/>
                      </a:lnTo>
                      <a:lnTo>
                        <a:pt x="0" y="133893"/>
                      </a:lnTo>
                      <a:close/>
                    </a:path>
                  </a:pathLst>
                </a:custGeom>
                <a:solidFill>
                  <a:srgbClr val="95A8A5">
                    <a:alpha val="50000"/>
                  </a:srgbClr>
                </a:solidFill>
                <a:ln w="2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grpSp>
              <p:nvGrpSpPr>
                <p:cNvPr id="62" name="Graphic 84">
                  <a:extLst>
                    <a:ext uri="{FF2B5EF4-FFF2-40B4-BE49-F238E27FC236}">
                      <a16:creationId xmlns:a16="http://schemas.microsoft.com/office/drawing/2014/main" id="{7FB6DF75-528F-8B4C-FA42-699DE1C283ED}"/>
                    </a:ext>
                  </a:extLst>
                </p:cNvPr>
                <p:cNvGrpSpPr/>
                <p:nvPr/>
              </p:nvGrpSpPr>
              <p:grpSpPr>
                <a:xfrm>
                  <a:off x="2432492" y="3198379"/>
                  <a:ext cx="241481" cy="119105"/>
                  <a:chOff x="2432492" y="3198379"/>
                  <a:chExt cx="241481" cy="119105"/>
                </a:xfrm>
                <a:solidFill>
                  <a:srgbClr val="95A8A5"/>
                </a:solidFill>
              </p:grpSpPr>
              <p:sp>
                <p:nvSpPr>
                  <p:cNvPr id="63" name="Freeform 62">
                    <a:extLst>
                      <a:ext uri="{FF2B5EF4-FFF2-40B4-BE49-F238E27FC236}">
                        <a16:creationId xmlns:a16="http://schemas.microsoft.com/office/drawing/2014/main" id="{17CEEEBD-9ED1-3998-B3CE-FF81357F8DBD}"/>
                      </a:ext>
                    </a:extLst>
                  </p:cNvPr>
                  <p:cNvSpPr/>
                  <p:nvPr/>
                </p:nvSpPr>
                <p:spPr>
                  <a:xfrm>
                    <a:off x="2432492" y="3299043"/>
                    <a:ext cx="116908" cy="18442"/>
                  </a:xfrm>
                  <a:custGeom>
                    <a:avLst/>
                    <a:gdLst>
                      <a:gd name="connsiteX0" fmla="*/ 0 w 116908"/>
                      <a:gd name="connsiteY0" fmla="*/ 0 h 18442"/>
                      <a:gd name="connsiteX1" fmla="*/ 116908 w 116908"/>
                      <a:gd name="connsiteY1" fmla="*/ 0 h 18442"/>
                      <a:gd name="connsiteX2" fmla="*/ 116908 w 116908"/>
                      <a:gd name="connsiteY2" fmla="*/ 18442 h 18442"/>
                      <a:gd name="connsiteX3" fmla="*/ 0 w 116908"/>
                      <a:gd name="connsiteY3" fmla="*/ 18442 h 18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908" h="18442">
                        <a:moveTo>
                          <a:pt x="0" y="0"/>
                        </a:moveTo>
                        <a:lnTo>
                          <a:pt x="116908" y="0"/>
                        </a:lnTo>
                        <a:lnTo>
                          <a:pt x="116908" y="18442"/>
                        </a:lnTo>
                        <a:lnTo>
                          <a:pt x="0" y="18442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64" name="Freeform 63">
                    <a:extLst>
                      <a:ext uri="{FF2B5EF4-FFF2-40B4-BE49-F238E27FC236}">
                        <a16:creationId xmlns:a16="http://schemas.microsoft.com/office/drawing/2014/main" id="{12E76A97-735B-F885-2454-5DFBDB3AFC33}"/>
                      </a:ext>
                    </a:extLst>
                  </p:cNvPr>
                  <p:cNvSpPr/>
                  <p:nvPr/>
                </p:nvSpPr>
                <p:spPr>
                  <a:xfrm>
                    <a:off x="2432492" y="3198379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65" name="Freeform 64">
                    <a:extLst>
                      <a:ext uri="{FF2B5EF4-FFF2-40B4-BE49-F238E27FC236}">
                        <a16:creationId xmlns:a16="http://schemas.microsoft.com/office/drawing/2014/main" id="{D08EF399-4517-F916-2161-99464A68AAC9}"/>
                      </a:ext>
                    </a:extLst>
                  </p:cNvPr>
                  <p:cNvSpPr/>
                  <p:nvPr/>
                </p:nvSpPr>
                <p:spPr>
                  <a:xfrm>
                    <a:off x="2432492" y="3248501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</p:grpSp>
          </p:grpSp>
          <p:grpSp>
            <p:nvGrpSpPr>
              <p:cNvPr id="17" name="Graphic 84">
                <a:extLst>
                  <a:ext uri="{FF2B5EF4-FFF2-40B4-BE49-F238E27FC236}">
                    <a16:creationId xmlns:a16="http://schemas.microsoft.com/office/drawing/2014/main" id="{1F99B929-FAAE-0B27-0BE5-2312BB18ADB8}"/>
                  </a:ext>
                </a:extLst>
              </p:cNvPr>
              <p:cNvGrpSpPr/>
              <p:nvPr/>
            </p:nvGrpSpPr>
            <p:grpSpPr>
              <a:xfrm>
                <a:off x="2727416" y="3192940"/>
                <a:ext cx="444217" cy="133892"/>
                <a:chOff x="2727416" y="3192940"/>
                <a:chExt cx="444217" cy="133892"/>
              </a:xfrm>
            </p:grpSpPr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336836F6-39B2-1E54-D034-71E35998945A}"/>
                    </a:ext>
                  </a:extLst>
                </p:cNvPr>
                <p:cNvSpPr/>
                <p:nvPr/>
              </p:nvSpPr>
              <p:spPr>
                <a:xfrm>
                  <a:off x="2727416" y="3192940"/>
                  <a:ext cx="174946" cy="133892"/>
                </a:xfrm>
                <a:custGeom>
                  <a:avLst/>
                  <a:gdLst>
                    <a:gd name="connsiteX0" fmla="*/ 0 w 174946"/>
                    <a:gd name="connsiteY0" fmla="*/ 0 h 133892"/>
                    <a:gd name="connsiteX1" fmla="*/ 174947 w 174946"/>
                    <a:gd name="connsiteY1" fmla="*/ 0 h 133892"/>
                    <a:gd name="connsiteX2" fmla="*/ 174947 w 174946"/>
                    <a:gd name="connsiteY2" fmla="*/ 133893 h 133892"/>
                    <a:gd name="connsiteX3" fmla="*/ 0 w 174946"/>
                    <a:gd name="connsiteY3" fmla="*/ 133893 h 133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46" h="133892">
                      <a:moveTo>
                        <a:pt x="0" y="0"/>
                      </a:moveTo>
                      <a:lnTo>
                        <a:pt x="174947" y="0"/>
                      </a:lnTo>
                      <a:lnTo>
                        <a:pt x="174947" y="133893"/>
                      </a:lnTo>
                      <a:lnTo>
                        <a:pt x="0" y="133893"/>
                      </a:lnTo>
                      <a:close/>
                    </a:path>
                  </a:pathLst>
                </a:custGeom>
                <a:solidFill>
                  <a:srgbClr val="95A8A5">
                    <a:alpha val="50000"/>
                  </a:srgbClr>
                </a:solidFill>
                <a:ln w="2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T" sz="675"/>
                </a:p>
              </p:txBody>
            </p:sp>
            <p:grpSp>
              <p:nvGrpSpPr>
                <p:cNvPr id="57" name="Graphic 84">
                  <a:extLst>
                    <a:ext uri="{FF2B5EF4-FFF2-40B4-BE49-F238E27FC236}">
                      <a16:creationId xmlns:a16="http://schemas.microsoft.com/office/drawing/2014/main" id="{69BEB0ED-2F6A-72E8-1783-D621C93FA6C3}"/>
                    </a:ext>
                  </a:extLst>
                </p:cNvPr>
                <p:cNvGrpSpPr/>
                <p:nvPr/>
              </p:nvGrpSpPr>
              <p:grpSpPr>
                <a:xfrm>
                  <a:off x="2930153" y="3198379"/>
                  <a:ext cx="241481" cy="119105"/>
                  <a:chOff x="2930153" y="3198379"/>
                  <a:chExt cx="241481" cy="119105"/>
                </a:xfrm>
                <a:solidFill>
                  <a:srgbClr val="95A8A5"/>
                </a:solidFill>
              </p:grpSpPr>
              <p:sp>
                <p:nvSpPr>
                  <p:cNvPr id="58" name="Freeform 57">
                    <a:extLst>
                      <a:ext uri="{FF2B5EF4-FFF2-40B4-BE49-F238E27FC236}">
                        <a16:creationId xmlns:a16="http://schemas.microsoft.com/office/drawing/2014/main" id="{AAB59839-F6D6-DC27-F8CE-31A36842989F}"/>
                      </a:ext>
                    </a:extLst>
                  </p:cNvPr>
                  <p:cNvSpPr/>
                  <p:nvPr/>
                </p:nvSpPr>
                <p:spPr>
                  <a:xfrm>
                    <a:off x="2930153" y="3299043"/>
                    <a:ext cx="116908" cy="18442"/>
                  </a:xfrm>
                  <a:custGeom>
                    <a:avLst/>
                    <a:gdLst>
                      <a:gd name="connsiteX0" fmla="*/ 0 w 116908"/>
                      <a:gd name="connsiteY0" fmla="*/ 0 h 18442"/>
                      <a:gd name="connsiteX1" fmla="*/ 116908 w 116908"/>
                      <a:gd name="connsiteY1" fmla="*/ 0 h 18442"/>
                      <a:gd name="connsiteX2" fmla="*/ 116908 w 116908"/>
                      <a:gd name="connsiteY2" fmla="*/ 18442 h 18442"/>
                      <a:gd name="connsiteX3" fmla="*/ 0 w 116908"/>
                      <a:gd name="connsiteY3" fmla="*/ 18442 h 18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908" h="18442">
                        <a:moveTo>
                          <a:pt x="0" y="0"/>
                        </a:moveTo>
                        <a:lnTo>
                          <a:pt x="116908" y="0"/>
                        </a:lnTo>
                        <a:lnTo>
                          <a:pt x="116908" y="18442"/>
                        </a:lnTo>
                        <a:lnTo>
                          <a:pt x="0" y="18442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D6A2C4B0-3E8C-BB50-4C55-96F0F71BDCEE}"/>
                      </a:ext>
                    </a:extLst>
                  </p:cNvPr>
                  <p:cNvSpPr/>
                  <p:nvPr/>
                </p:nvSpPr>
                <p:spPr>
                  <a:xfrm>
                    <a:off x="2930153" y="3198379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  <p:sp>
                <p:nvSpPr>
                  <p:cNvPr id="60" name="Freeform 59">
                    <a:extLst>
                      <a:ext uri="{FF2B5EF4-FFF2-40B4-BE49-F238E27FC236}">
                        <a16:creationId xmlns:a16="http://schemas.microsoft.com/office/drawing/2014/main" id="{6F760238-04CB-1F8A-5603-678A3E058140}"/>
                      </a:ext>
                    </a:extLst>
                  </p:cNvPr>
                  <p:cNvSpPr/>
                  <p:nvPr/>
                </p:nvSpPr>
                <p:spPr>
                  <a:xfrm>
                    <a:off x="2930153" y="3248501"/>
                    <a:ext cx="241481" cy="19278"/>
                  </a:xfrm>
                  <a:custGeom>
                    <a:avLst/>
                    <a:gdLst>
                      <a:gd name="connsiteX0" fmla="*/ 0 w 241481"/>
                      <a:gd name="connsiteY0" fmla="*/ 0 h 19278"/>
                      <a:gd name="connsiteX1" fmla="*/ 241482 w 241481"/>
                      <a:gd name="connsiteY1" fmla="*/ 0 h 19278"/>
                      <a:gd name="connsiteX2" fmla="*/ 241482 w 241481"/>
                      <a:gd name="connsiteY2" fmla="*/ 19279 h 19278"/>
                      <a:gd name="connsiteX3" fmla="*/ 0 w 241481"/>
                      <a:gd name="connsiteY3" fmla="*/ 19279 h 19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1481" h="19278">
                        <a:moveTo>
                          <a:pt x="0" y="0"/>
                        </a:moveTo>
                        <a:lnTo>
                          <a:pt x="241482" y="0"/>
                        </a:lnTo>
                        <a:lnTo>
                          <a:pt x="241482" y="19279"/>
                        </a:lnTo>
                        <a:lnTo>
                          <a:pt x="0" y="19279"/>
                        </a:lnTo>
                        <a:close/>
                      </a:path>
                    </a:pathLst>
                  </a:custGeom>
                  <a:solidFill>
                    <a:srgbClr val="95A8A5"/>
                  </a:solidFill>
                  <a:ln w="22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T" sz="675"/>
                  </a:p>
                </p:txBody>
              </p:sp>
            </p:grpSp>
          </p:grpSp>
        </p:grpSp>
        <p:grpSp>
          <p:nvGrpSpPr>
            <p:cNvPr id="11" name="Graphic 84">
              <a:extLst>
                <a:ext uri="{FF2B5EF4-FFF2-40B4-BE49-F238E27FC236}">
                  <a16:creationId xmlns:a16="http://schemas.microsoft.com/office/drawing/2014/main" id="{AAEB39F8-BD8F-C8B8-7FBF-F1ACDFB5853A}"/>
                </a:ext>
              </a:extLst>
            </p:cNvPr>
            <p:cNvGrpSpPr/>
            <p:nvPr/>
          </p:nvGrpSpPr>
          <p:grpSpPr>
            <a:xfrm>
              <a:off x="2798141" y="3091281"/>
              <a:ext cx="364307" cy="42492"/>
              <a:chOff x="2798141" y="3091281"/>
              <a:chExt cx="364307" cy="42492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3FEFA85-B297-573E-8DBB-FB834F0FE623}"/>
                  </a:ext>
                </a:extLst>
              </p:cNvPr>
              <p:cNvSpPr/>
              <p:nvPr/>
            </p:nvSpPr>
            <p:spPr>
              <a:xfrm>
                <a:off x="3087349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8FD1DA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1F9B026-7961-9A7A-0CCB-A54863D897CB}"/>
                  </a:ext>
                </a:extLst>
              </p:cNvPr>
              <p:cNvSpPr/>
              <p:nvPr/>
            </p:nvSpPr>
            <p:spPr>
              <a:xfrm>
                <a:off x="2990946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EFF09A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080EBB3-658B-6DD7-6B06-4E0F0CA26916}"/>
                  </a:ext>
                </a:extLst>
              </p:cNvPr>
              <p:cNvSpPr/>
              <p:nvPr/>
            </p:nvSpPr>
            <p:spPr>
              <a:xfrm>
                <a:off x="2894545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F2B47D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5A38AB0-F70C-33A3-8785-FFB34D7B24E2}"/>
                  </a:ext>
                </a:extLst>
              </p:cNvPr>
              <p:cNvSpPr/>
              <p:nvPr/>
            </p:nvSpPr>
            <p:spPr>
              <a:xfrm>
                <a:off x="2798141" y="3091281"/>
                <a:ext cx="75099" cy="42492"/>
              </a:xfrm>
              <a:custGeom>
                <a:avLst/>
                <a:gdLst>
                  <a:gd name="connsiteX0" fmla="*/ 0 w 75099"/>
                  <a:gd name="connsiteY0" fmla="*/ 0 h 42492"/>
                  <a:gd name="connsiteX1" fmla="*/ 75100 w 75099"/>
                  <a:gd name="connsiteY1" fmla="*/ 0 h 42492"/>
                  <a:gd name="connsiteX2" fmla="*/ 75100 w 75099"/>
                  <a:gd name="connsiteY2" fmla="*/ 42492 h 42492"/>
                  <a:gd name="connsiteX3" fmla="*/ 0 w 75099"/>
                  <a:gd name="connsiteY3" fmla="*/ 42492 h 42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9" h="42492">
                    <a:moveTo>
                      <a:pt x="0" y="0"/>
                    </a:moveTo>
                    <a:lnTo>
                      <a:pt x="75100" y="0"/>
                    </a:lnTo>
                    <a:lnTo>
                      <a:pt x="75100" y="42492"/>
                    </a:lnTo>
                    <a:lnTo>
                      <a:pt x="0" y="42492"/>
                    </a:lnTo>
                    <a:close/>
                  </a:path>
                </a:pathLst>
              </a:custGeom>
              <a:solidFill>
                <a:srgbClr val="759EAC"/>
              </a:solidFill>
              <a:ln w="22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T" sz="675"/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3446DE89-ECAF-99A4-AF88-A8E6B10C1F25}"/>
              </a:ext>
            </a:extLst>
          </p:cNvPr>
          <p:cNvSpPr txBox="1"/>
          <p:nvPr/>
        </p:nvSpPr>
        <p:spPr>
          <a:xfrm>
            <a:off x="2344393" y="1727433"/>
            <a:ext cx="52931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750" dirty="0">
                <a:solidFill>
                  <a:schemeClr val="bg1"/>
                </a:solidFill>
              </a:rPr>
              <a:t>elabFTW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A90680-9377-1D1C-771A-3D578527160E}"/>
              </a:ext>
            </a:extLst>
          </p:cNvPr>
          <p:cNvSpPr/>
          <p:nvPr/>
        </p:nvSpPr>
        <p:spPr>
          <a:xfrm>
            <a:off x="1923081" y="2451946"/>
            <a:ext cx="866186" cy="433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50" dirty="0"/>
              <a:t>Jenkins</a:t>
            </a:r>
          </a:p>
          <a:p>
            <a:pPr algn="ctr"/>
            <a:r>
              <a:rPr lang="en-IT" sz="1050" dirty="0"/>
              <a:t>pipelines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238159D-CB13-3168-B6C3-6F1FECC58755}"/>
              </a:ext>
            </a:extLst>
          </p:cNvPr>
          <p:cNvSpPr/>
          <p:nvPr/>
        </p:nvSpPr>
        <p:spPr>
          <a:xfrm>
            <a:off x="828962" y="2460900"/>
            <a:ext cx="1094120" cy="419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50" dirty="0"/>
              <a:t>parsing and postprocessing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C8B3EC-FAD4-9925-C74A-D37158BCE623}"/>
              </a:ext>
            </a:extLst>
          </p:cNvPr>
          <p:cNvSpPr/>
          <p:nvPr/>
        </p:nvSpPr>
        <p:spPr>
          <a:xfrm>
            <a:off x="6788691" y="1731620"/>
            <a:ext cx="2146544" cy="7389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675" dirty="0"/>
              <a:t>DATALAKE+</a:t>
            </a:r>
          </a:p>
          <a:p>
            <a:pPr algn="ctr"/>
            <a:r>
              <a:rPr lang="en-IT" sz="675" dirty="0"/>
              <a:t>S3</a:t>
            </a:r>
          </a:p>
          <a:p>
            <a:pPr algn="ctr"/>
            <a:r>
              <a:rPr lang="en-IT" sz="675" dirty="0"/>
              <a:t>BUCKETS</a:t>
            </a:r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AC43C140-BF1F-4B93-B2FD-7727565F9A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01638" y="4684686"/>
            <a:ext cx="267875" cy="213463"/>
          </a:xfrm>
          <a:prstGeom prst="rect">
            <a:avLst/>
          </a:prstGeom>
        </p:spPr>
      </p:pic>
      <p:pic>
        <p:nvPicPr>
          <p:cNvPr id="83" name="Picture 20">
            <a:extLst>
              <a:ext uri="{FF2B5EF4-FFF2-40B4-BE49-F238E27FC236}">
                <a16:creationId xmlns:a16="http://schemas.microsoft.com/office/drawing/2014/main" id="{82A39B20-8BBA-3F8A-C9A7-FD6C18148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259" y="4691891"/>
            <a:ext cx="867089" cy="21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2" descr="Jenkins Logo PNG vector in SVG, PDF, AI, CDR format">
            <a:extLst>
              <a:ext uri="{FF2B5EF4-FFF2-40B4-BE49-F238E27FC236}">
                <a16:creationId xmlns:a16="http://schemas.microsoft.com/office/drawing/2014/main" id="{3D1255DD-6797-9E32-06EF-02F470570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692" b="90000" l="9931" r="89954">
                        <a14:foregroundMark x1="50462" y1="7692" x2="50462" y2="7692"/>
                        <a14:foregroundMark x1="40878" y1="19231" x2="40878" y2="19231"/>
                        <a14:foregroundMark x1="49654" y1="70462" x2="49654" y2="70462"/>
                        <a14:foregroundMark x1="53002" y1="68923" x2="53002" y2="68923"/>
                        <a14:foregroundMark x1="52771" y1="69692" x2="50693" y2="76154"/>
                        <a14:foregroundMark x1="50693" y1="76154" x2="55081" y2="71846"/>
                        <a14:foregroundMark x1="55081" y1="71846" x2="52425" y2="64462"/>
                        <a14:foregroundMark x1="52425" y1="64462" x2="47229" y2="63846"/>
                        <a14:foregroundMark x1="47229" y1="63846" x2="47229" y2="63846"/>
                        <a14:foregroundMark x1="57621" y1="72154" x2="57968" y2="71077"/>
                        <a14:foregroundMark x1="60624" y1="61077" x2="64434" y2="66154"/>
                        <a14:foregroundMark x1="64434" y1="66154" x2="64319" y2="59077"/>
                        <a14:foregroundMark x1="54734" y1="49846" x2="53464" y2="50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282" y="2590672"/>
            <a:ext cx="787216" cy="59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E741DE55-FD07-C265-3F2F-DF26F5969F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65405" y="1904597"/>
            <a:ext cx="315326" cy="315326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810A3ADF-A4BF-21EB-BD26-60CC1DD0E6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3332" y="1961496"/>
            <a:ext cx="738935" cy="73893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5A13E9BB-DE8E-24CA-C6C6-3F6FB22073FA}"/>
              </a:ext>
            </a:extLst>
          </p:cNvPr>
          <p:cNvSpPr txBox="1"/>
          <p:nvPr/>
        </p:nvSpPr>
        <p:spPr>
          <a:xfrm>
            <a:off x="2899702" y="1708904"/>
            <a:ext cx="11843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API interface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D561D8-A0DB-0E4C-9482-68BD6C240664}"/>
              </a:ext>
            </a:extLst>
          </p:cNvPr>
          <p:cNvSpPr txBox="1"/>
          <p:nvPr/>
        </p:nvSpPr>
        <p:spPr>
          <a:xfrm>
            <a:off x="5572669" y="1683822"/>
            <a:ext cx="11843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API interface</a:t>
            </a: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40608119-1267-3C27-CD9A-90B1E8E602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2247" y="1864603"/>
            <a:ext cx="738935" cy="73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06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CONTINOUS DEVELOPMENT (AND INTEGRATION)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174219-3A77-FE60-D3EF-6EF03362EF31}"/>
              </a:ext>
            </a:extLst>
          </p:cNvPr>
          <p:cNvGrpSpPr/>
          <p:nvPr/>
        </p:nvGrpSpPr>
        <p:grpSpPr>
          <a:xfrm>
            <a:off x="216349" y="1912235"/>
            <a:ext cx="8797112" cy="2499060"/>
            <a:chOff x="-3960257" y="2828088"/>
            <a:chExt cx="14823475" cy="3332080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74CA88D-87CE-9E1C-B75C-9B5AB3E0905D}"/>
                </a:ext>
              </a:extLst>
            </p:cNvPr>
            <p:cNvCxnSpPr/>
            <p:nvPr/>
          </p:nvCxnSpPr>
          <p:spPr>
            <a:xfrm>
              <a:off x="2389868" y="6160168"/>
              <a:ext cx="8005416" cy="0"/>
            </a:xfrm>
            <a:prstGeom prst="straightConnector1">
              <a:avLst/>
            </a:prstGeom>
            <a:ln w="139700">
              <a:headEnd w="lg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0F3F97-CD84-0216-2642-E0EA06000CA6}"/>
                </a:ext>
              </a:extLst>
            </p:cNvPr>
            <p:cNvSpPr txBox="1"/>
            <p:nvPr/>
          </p:nvSpPr>
          <p:spPr>
            <a:xfrm>
              <a:off x="1432536" y="5573752"/>
              <a:ext cx="18845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b="1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Sample in</a:t>
              </a:r>
              <a:endParaRPr lang="en-IT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4D4EE2-2CAE-14BC-801D-9D83C99A0E9D}"/>
                </a:ext>
              </a:extLst>
            </p:cNvPr>
            <p:cNvSpPr txBox="1"/>
            <p:nvPr/>
          </p:nvSpPr>
          <p:spPr>
            <a:xfrm>
              <a:off x="4266679" y="5632705"/>
              <a:ext cx="38028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b="1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Researcher x Instruments</a:t>
              </a:r>
              <a:endParaRPr lang="en-IT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716E82-3A92-788E-4AAA-974F8B83C6C1}"/>
                </a:ext>
              </a:extLst>
            </p:cNvPr>
            <p:cNvSpPr txBox="1"/>
            <p:nvPr/>
          </p:nvSpPr>
          <p:spPr>
            <a:xfrm>
              <a:off x="9447194" y="5573752"/>
              <a:ext cx="13010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b="1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Results</a:t>
              </a:r>
              <a:endParaRPr lang="en-IT" sz="120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BAA455-69B8-0D6E-3ACE-0A79011B4227}"/>
                </a:ext>
              </a:extLst>
            </p:cNvPr>
            <p:cNvGrpSpPr/>
            <p:nvPr/>
          </p:nvGrpSpPr>
          <p:grpSpPr>
            <a:xfrm>
              <a:off x="2389868" y="5057889"/>
              <a:ext cx="7548216" cy="502569"/>
              <a:chOff x="2389868" y="4523874"/>
              <a:chExt cx="7548216" cy="873415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EBC70F9-98EF-657E-EA82-6A73729CEC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9868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DC9FA74-EB6B-C994-9C62-4D60F6227A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AF6BDCA-4BAD-C1D5-8CED-A04C26EB99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38084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1E33CE-8131-5664-8033-4F6930B3E136}"/>
                </a:ext>
              </a:extLst>
            </p:cNvPr>
            <p:cNvSpPr txBox="1"/>
            <p:nvPr/>
          </p:nvSpPr>
          <p:spPr>
            <a:xfrm>
              <a:off x="1168979" y="4325029"/>
              <a:ext cx="265583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b="1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Description of the sample</a:t>
              </a:r>
              <a:endParaRPr lang="en-IT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3B1653-15FB-1912-2B79-91D40D8AFF41}"/>
                </a:ext>
              </a:extLst>
            </p:cNvPr>
            <p:cNvSpPr txBox="1"/>
            <p:nvPr/>
          </p:nvSpPr>
          <p:spPr>
            <a:xfrm>
              <a:off x="5134169" y="4325028"/>
              <a:ext cx="206788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b="1" dirty="0"/>
                <a:t>Raw data</a:t>
              </a:r>
            </a:p>
            <a:p>
              <a:r>
                <a:rPr lang="en-IT" sz="1200" b="1" dirty="0"/>
                <a:t>original data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9EC00E-E07E-F12F-4B98-6837D9E2F478}"/>
                </a:ext>
              </a:extLst>
            </p:cNvPr>
            <p:cNvSpPr txBox="1"/>
            <p:nvPr/>
          </p:nvSpPr>
          <p:spPr>
            <a:xfrm>
              <a:off x="9012949" y="4325028"/>
              <a:ext cx="1850269" cy="861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b="1" dirty="0"/>
                <a:t>Post-Processed data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780DB3D-3DA2-B98C-5C4B-CAA323BCC431}"/>
                </a:ext>
              </a:extLst>
            </p:cNvPr>
            <p:cNvGrpSpPr/>
            <p:nvPr/>
          </p:nvGrpSpPr>
          <p:grpSpPr>
            <a:xfrm>
              <a:off x="2389866" y="3735931"/>
              <a:ext cx="7548216" cy="502569"/>
              <a:chOff x="2389868" y="4523874"/>
              <a:chExt cx="7548216" cy="873415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EFB01C0-7356-C0EA-58AF-F94A2B91C2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9868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2DA9606-C1D2-1A05-0BC2-3D7CA40253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F2F874CD-15A7-3126-CEE0-A440FF33E0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38084" y="4523874"/>
                <a:ext cx="0" cy="873415"/>
              </a:xfrm>
              <a:prstGeom prst="straightConnector1">
                <a:avLst/>
              </a:prstGeom>
              <a:ln w="139700">
                <a:headEnd w="lg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EBD2AC-2707-869A-1005-CB066B67CECC}"/>
                </a:ext>
              </a:extLst>
            </p:cNvPr>
            <p:cNvSpPr txBox="1"/>
            <p:nvPr/>
          </p:nvSpPr>
          <p:spPr>
            <a:xfrm>
              <a:off x="-3960257" y="3336729"/>
              <a:ext cx="16797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b="1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 :</a:t>
              </a:r>
              <a:endParaRPr lang="en-IT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F82526-C9B3-93A8-A2C2-9FB696AE3F58}"/>
                </a:ext>
              </a:extLst>
            </p:cNvPr>
            <p:cNvSpPr txBox="1"/>
            <p:nvPr/>
          </p:nvSpPr>
          <p:spPr>
            <a:xfrm>
              <a:off x="2644691" y="3254025"/>
              <a:ext cx="33148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sz="1200" dirty="0">
                  <a:solidFill>
                    <a:srgbClr val="3D3D3D"/>
                  </a:solidFill>
                  <a:latin typeface="Aptos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Datalake [S3 Bucket]</a:t>
              </a:r>
              <a:endParaRPr lang="en-IT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9EA724-0C26-8CFF-5754-C5C1CBE7A415}"/>
                </a:ext>
              </a:extLst>
            </p:cNvPr>
            <p:cNvSpPr/>
            <p:nvPr/>
          </p:nvSpPr>
          <p:spPr>
            <a:xfrm>
              <a:off x="-2477590" y="3231040"/>
              <a:ext cx="13225802" cy="3959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12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987301-685E-414A-2262-C435A6E162F6}"/>
                </a:ext>
              </a:extLst>
            </p:cNvPr>
            <p:cNvSpPr txBox="1"/>
            <p:nvPr/>
          </p:nvSpPr>
          <p:spPr>
            <a:xfrm>
              <a:off x="2399543" y="2845375"/>
              <a:ext cx="17581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dirty="0"/>
                <a:t>easyDMP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49335C-34E0-E41D-5CC6-251CA26288F1}"/>
                </a:ext>
              </a:extLst>
            </p:cNvPr>
            <p:cNvSpPr/>
            <p:nvPr/>
          </p:nvSpPr>
          <p:spPr>
            <a:xfrm>
              <a:off x="2386413" y="2835505"/>
              <a:ext cx="1357751" cy="39553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12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315CF7-19BA-6E23-E8DA-B3F32B5F1474}"/>
                </a:ext>
              </a:extLst>
            </p:cNvPr>
            <p:cNvSpPr txBox="1"/>
            <p:nvPr/>
          </p:nvSpPr>
          <p:spPr>
            <a:xfrm>
              <a:off x="4598301" y="2837576"/>
              <a:ext cx="14139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dirty="0"/>
                <a:t>easyDMP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567D75-A714-73D2-D81A-329615EEDFF4}"/>
                </a:ext>
              </a:extLst>
            </p:cNvPr>
            <p:cNvSpPr/>
            <p:nvPr/>
          </p:nvSpPr>
          <p:spPr>
            <a:xfrm>
              <a:off x="4416218" y="2844608"/>
              <a:ext cx="1679781" cy="38604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12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6C97DE-2E5F-C008-6EF0-C785CF09A7BD}"/>
                </a:ext>
              </a:extLst>
            </p:cNvPr>
            <p:cNvSpPr txBox="1"/>
            <p:nvPr/>
          </p:nvSpPr>
          <p:spPr>
            <a:xfrm>
              <a:off x="6354538" y="2828088"/>
              <a:ext cx="13374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dirty="0"/>
                <a:t>elabFTW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D37585-2D3F-7348-A9AC-DF7426EBB987}"/>
                </a:ext>
              </a:extLst>
            </p:cNvPr>
            <p:cNvSpPr/>
            <p:nvPr/>
          </p:nvSpPr>
          <p:spPr>
            <a:xfrm>
              <a:off x="6095999" y="2844606"/>
              <a:ext cx="1679781" cy="38604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9C1081-CE2B-AE08-1A9D-CA75E6C17E66}"/>
                </a:ext>
              </a:extLst>
            </p:cNvPr>
            <p:cNvSpPr txBox="1"/>
            <p:nvPr/>
          </p:nvSpPr>
          <p:spPr>
            <a:xfrm>
              <a:off x="9147572" y="2835120"/>
              <a:ext cx="15122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1200" dirty="0"/>
                <a:t>easyDMP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F14326-CEAA-7D0C-3FC6-7B7DA0E24A0F}"/>
                </a:ext>
              </a:extLst>
            </p:cNvPr>
            <p:cNvSpPr/>
            <p:nvPr/>
          </p:nvSpPr>
          <p:spPr>
            <a:xfrm>
              <a:off x="9063787" y="2834728"/>
              <a:ext cx="1679781" cy="39592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120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07AAB5B-AC4E-5E5A-6C67-69DCFD8FD532}"/>
              </a:ext>
            </a:extLst>
          </p:cNvPr>
          <p:cNvSpPr txBox="1"/>
          <p:nvPr/>
        </p:nvSpPr>
        <p:spPr>
          <a:xfrm>
            <a:off x="1224564" y="4562657"/>
            <a:ext cx="1299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 User</a:t>
            </a:r>
            <a:endParaRPr lang="en-IT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9E88C7-1B32-2C5E-AF94-75AECEE5EA0F}"/>
              </a:ext>
            </a:extLst>
          </p:cNvPr>
          <p:cNvCxnSpPr>
            <a:cxnSpLocks/>
          </p:cNvCxnSpPr>
          <p:nvPr/>
        </p:nvCxnSpPr>
        <p:spPr>
          <a:xfrm>
            <a:off x="853430" y="4411295"/>
            <a:ext cx="2298617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EA8930C-27A0-26F8-9455-334D1F35C948}"/>
              </a:ext>
            </a:extLst>
          </p:cNvPr>
          <p:cNvSpPr txBox="1"/>
          <p:nvPr/>
        </p:nvSpPr>
        <p:spPr>
          <a:xfrm>
            <a:off x="717192" y="3986946"/>
            <a:ext cx="8903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Proposal</a:t>
            </a:r>
            <a:endParaRPr lang="en-IT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6A2509-BB4F-E263-3642-9278906EB1EF}"/>
              </a:ext>
            </a:extLst>
          </p:cNvPr>
          <p:cNvCxnSpPr>
            <a:cxnSpLocks/>
          </p:cNvCxnSpPr>
          <p:nvPr/>
        </p:nvCxnSpPr>
        <p:spPr>
          <a:xfrm flipV="1">
            <a:off x="1096248" y="2593118"/>
            <a:ext cx="0" cy="1368395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CF0B1C-4509-A473-C30E-FFD8F2A55D5D}"/>
              </a:ext>
            </a:extLst>
          </p:cNvPr>
          <p:cNvSpPr txBox="1"/>
          <p:nvPr/>
        </p:nvSpPr>
        <p:spPr>
          <a:xfrm>
            <a:off x="2033973" y="3986946"/>
            <a:ext cx="651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</a:t>
            </a:r>
            <a:endParaRPr lang="en-IT" sz="12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4F8C83-8EB6-046C-390D-C28CCA899DB4}"/>
              </a:ext>
            </a:extLst>
          </p:cNvPr>
          <p:cNvCxnSpPr>
            <a:cxnSpLocks/>
          </p:cNvCxnSpPr>
          <p:nvPr/>
        </p:nvCxnSpPr>
        <p:spPr>
          <a:xfrm flipV="1">
            <a:off x="2277475" y="2570715"/>
            <a:ext cx="0" cy="1390798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11401D8-B53D-BD14-49EE-4103C582607E}"/>
              </a:ext>
            </a:extLst>
          </p:cNvPr>
          <p:cNvSpPr/>
          <p:nvPr/>
        </p:nvSpPr>
        <p:spPr>
          <a:xfrm>
            <a:off x="3980085" y="1622700"/>
            <a:ext cx="4962368" cy="2969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03356A-AFF5-50D3-FA3A-83E56D54ECD9}"/>
              </a:ext>
            </a:extLst>
          </p:cNvPr>
          <p:cNvSpPr txBox="1"/>
          <p:nvPr/>
        </p:nvSpPr>
        <p:spPr>
          <a:xfrm>
            <a:off x="4740215" y="1629527"/>
            <a:ext cx="3168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dirty="0"/>
              <a:t>Data Management Plan with easyDMP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0EA7F3-686A-5E6A-357F-87B9CCE1A5C8}"/>
              </a:ext>
            </a:extLst>
          </p:cNvPr>
          <p:cNvSpPr txBox="1"/>
          <p:nvPr/>
        </p:nvSpPr>
        <p:spPr>
          <a:xfrm>
            <a:off x="156187" y="1948541"/>
            <a:ext cx="9968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Metadata :</a:t>
            </a:r>
            <a:endParaRPr lang="en-IT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6180A8-0DA6-2C60-9590-6F0D75C17C3E}"/>
              </a:ext>
            </a:extLst>
          </p:cNvPr>
          <p:cNvSpPr txBox="1"/>
          <p:nvPr/>
        </p:nvSpPr>
        <p:spPr>
          <a:xfrm>
            <a:off x="165478" y="1658680"/>
            <a:ext cx="9968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3D3D3D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 :</a:t>
            </a:r>
            <a:endParaRPr lang="en-IT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457D19-3A3A-9CA9-0AC1-392C33C60C8E}"/>
              </a:ext>
            </a:extLst>
          </p:cNvPr>
          <p:cNvSpPr/>
          <p:nvPr/>
        </p:nvSpPr>
        <p:spPr>
          <a:xfrm>
            <a:off x="1096248" y="1622700"/>
            <a:ext cx="2879942" cy="29480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404E9D-FF6C-CECC-6B1F-97A7EAA5E0D1}"/>
              </a:ext>
            </a:extLst>
          </p:cNvPr>
          <p:cNvSpPr txBox="1"/>
          <p:nvPr/>
        </p:nvSpPr>
        <p:spPr>
          <a:xfrm>
            <a:off x="1934928" y="1635236"/>
            <a:ext cx="764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dirty="0"/>
              <a:t>EPIRO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6E5950-4E1C-4E7A-BCE7-3A60D7BD10BB}"/>
              </a:ext>
            </a:extLst>
          </p:cNvPr>
          <p:cNvSpPr txBox="1"/>
          <p:nvPr/>
        </p:nvSpPr>
        <p:spPr>
          <a:xfrm>
            <a:off x="3625176" y="4560941"/>
            <a:ext cx="4956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latin typeface="Aptos" panose="020B0004020202020204" pitchFamily="34" charset="0"/>
              </a:rPr>
              <a:t>*EPIRO: Digital Infrastructure Management and Monitoring Tool 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51FE37-D945-680B-4C6A-D4D43B66E86C}"/>
              </a:ext>
            </a:extLst>
          </p:cNvPr>
          <p:cNvSpPr txBox="1"/>
          <p:nvPr/>
        </p:nvSpPr>
        <p:spPr>
          <a:xfrm>
            <a:off x="3276094" y="1932317"/>
            <a:ext cx="897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dirty="0"/>
              <a:t>EPIRO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B21B64-3630-E2E9-B31B-A4E6C7C4FC6D}"/>
              </a:ext>
            </a:extLst>
          </p:cNvPr>
          <p:cNvSpPr txBox="1"/>
          <p:nvPr/>
        </p:nvSpPr>
        <p:spPr>
          <a:xfrm>
            <a:off x="1934927" y="1941785"/>
            <a:ext cx="805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dirty="0"/>
              <a:t>EPIRO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DC113B-5BC7-D94E-CB7B-18BB81634D71}"/>
              </a:ext>
            </a:extLst>
          </p:cNvPr>
          <p:cNvSpPr/>
          <p:nvPr/>
        </p:nvSpPr>
        <p:spPr>
          <a:xfrm>
            <a:off x="3180958" y="1917509"/>
            <a:ext cx="805769" cy="29694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A86397-1083-5561-8F66-C84EBF2DA1C8}"/>
              </a:ext>
            </a:extLst>
          </p:cNvPr>
          <p:cNvSpPr/>
          <p:nvPr/>
        </p:nvSpPr>
        <p:spPr>
          <a:xfrm>
            <a:off x="1096248" y="1918621"/>
            <a:ext cx="2081965" cy="29694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200"/>
          </a:p>
        </p:txBody>
      </p:sp>
    </p:spTree>
    <p:extLst>
      <p:ext uri="{BB962C8B-B14F-4D97-AF65-F5344CB8AC3E}">
        <p14:creationId xmlns:p14="http://schemas.microsoft.com/office/powerpoint/2010/main" val="3917201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CONTINOUS DEVELOPMENT (AND INTEGRATION)</a:t>
            </a:r>
          </a:p>
        </p:txBody>
      </p:sp>
      <p:pic>
        <p:nvPicPr>
          <p:cNvPr id="186" name="Picture 185" descr="A screenshot of a computer&#10;&#10;Description automatically generated">
            <a:extLst>
              <a:ext uri="{FF2B5EF4-FFF2-40B4-BE49-F238E27FC236}">
                <a16:creationId xmlns:a16="http://schemas.microsoft.com/office/drawing/2014/main" id="{7BDF89B7-B3F0-1DCE-C417-321BC3086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91" y="1594469"/>
            <a:ext cx="4633964" cy="3328380"/>
          </a:xfrm>
          <a:prstGeom prst="rect">
            <a:avLst/>
          </a:prstGeom>
        </p:spPr>
      </p:pic>
      <p:pic>
        <p:nvPicPr>
          <p:cNvPr id="187" name="Picture 186" descr="A form with a sample entry&#10;&#10;Description automatically generated with medium confidence">
            <a:extLst>
              <a:ext uri="{FF2B5EF4-FFF2-40B4-BE49-F238E27FC236}">
                <a16:creationId xmlns:a16="http://schemas.microsoft.com/office/drawing/2014/main" id="{61D6C1E6-7E03-ACC2-866D-0FF164E4DB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14" y="1491535"/>
            <a:ext cx="3499961" cy="3534251"/>
          </a:xfrm>
          <a:prstGeom prst="rect">
            <a:avLst/>
          </a:prstGeom>
        </p:spPr>
      </p:pic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FAA1DB3-B85C-FBA3-DF6B-B38D4A4954F5}"/>
              </a:ext>
            </a:extLst>
          </p:cNvPr>
          <p:cNvCxnSpPr>
            <a:cxnSpLocks/>
          </p:cNvCxnSpPr>
          <p:nvPr/>
        </p:nvCxnSpPr>
        <p:spPr>
          <a:xfrm>
            <a:off x="3984881" y="3319415"/>
            <a:ext cx="388710" cy="0"/>
          </a:xfrm>
          <a:prstGeom prst="straightConnector1">
            <a:avLst/>
          </a:prstGeom>
          <a:ln w="139700">
            <a:headEnd w="lg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943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DEALING WITH THE RISE OF COMPLEXITY IN OUR SYSTEM</a:t>
            </a:r>
          </a:p>
        </p:txBody>
      </p:sp>
      <p:pic>
        <p:nvPicPr>
          <p:cNvPr id="6" name="Picture 5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2C8222DB-64A0-1217-184A-658B233B6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6" y="1417645"/>
            <a:ext cx="1071766" cy="3577806"/>
          </a:xfrm>
          <a:prstGeom prst="rect">
            <a:avLst/>
          </a:prstGeom>
        </p:spPr>
      </p:pic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68598BA-F60E-A5E3-9797-F0E885F92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286" y="1457219"/>
            <a:ext cx="3594892" cy="2112285"/>
          </a:xfrm>
          <a:prstGeom prst="rect">
            <a:avLst/>
          </a:prstGeom>
        </p:spPr>
      </p:pic>
      <p:pic>
        <p:nvPicPr>
          <p:cNvPr id="12" name="Picture 11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82C01E93-CF87-246D-78FD-0AC6FFCBB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178" y="2652624"/>
            <a:ext cx="4390807" cy="249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02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DEALING WITH THE RISE OF COMPLEXITY IN OUR SYSTEM</a:t>
            </a:r>
          </a:p>
        </p:txBody>
      </p:sp>
      <p:pic>
        <p:nvPicPr>
          <p:cNvPr id="6" name="Picture 5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2C8222DB-64A0-1217-184A-658B233B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6" y="1417645"/>
            <a:ext cx="1071766" cy="3577806"/>
          </a:xfrm>
          <a:prstGeom prst="rect">
            <a:avLst/>
          </a:prstGeom>
        </p:spPr>
      </p:pic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68598BA-F60E-A5E3-9797-F0E885F92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286" y="1457219"/>
            <a:ext cx="3594892" cy="2112285"/>
          </a:xfrm>
          <a:prstGeom prst="rect">
            <a:avLst/>
          </a:prstGeom>
        </p:spPr>
      </p:pic>
      <p:pic>
        <p:nvPicPr>
          <p:cNvPr id="12" name="Picture 11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82C01E93-CF87-246D-78FD-0AC6FFCBB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178" y="2652624"/>
            <a:ext cx="4390807" cy="2490877"/>
          </a:xfrm>
          <a:prstGeom prst="rect">
            <a:avLst/>
          </a:prstGeom>
        </p:spPr>
      </p:pic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6D271A8-CE38-3AD6-1C67-D1696826C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47" y="1789281"/>
            <a:ext cx="5190261" cy="2834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16974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9C428A-EC92-F418-CD27-798DD04A059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628649" y="1072342"/>
            <a:ext cx="7886700" cy="345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1950" b="1" dirty="0">
                <a:latin typeface="Aptos" panose="020B0004020202020204" pitchFamily="34" charset="0"/>
              </a:rPr>
              <a:t>DEALING WITH THE RISE OF COMPLEXITY IN OUR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18ABF-9A67-3696-9230-4221376623EF}"/>
              </a:ext>
            </a:extLst>
          </p:cNvPr>
          <p:cNvSpPr txBox="1"/>
          <p:nvPr/>
        </p:nvSpPr>
        <p:spPr>
          <a:xfrm>
            <a:off x="2209800" y="2495550"/>
            <a:ext cx="4968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latin typeface="Aptos" panose="020B0004020202020204" pitchFamily="34" charset="0"/>
              </a:rPr>
              <a:t>TAKE TIME TO ABSTRACT</a:t>
            </a:r>
          </a:p>
          <a:p>
            <a:r>
              <a:rPr lang="it-IT" sz="1600" b="1" dirty="0">
                <a:latin typeface="Aptos" panose="020B0004020202020204" pitchFamily="34" charset="0"/>
              </a:rPr>
              <a:t>TAKE TIME ON YOUR INTERFACES</a:t>
            </a:r>
          </a:p>
          <a:p>
            <a:r>
              <a:rPr lang="it-IT" sz="1600" b="1" dirty="0">
                <a:latin typeface="Aptos" panose="020B0004020202020204" pitchFamily="34" charset="0"/>
              </a:rPr>
              <a:t>TAKE TIME ON THE USER + MACHINE PROCESS </a:t>
            </a:r>
            <a:endParaRPr lang="en-IT" sz="1600" dirty="0"/>
          </a:p>
        </p:txBody>
      </p:sp>
    </p:spTree>
    <p:extLst>
      <p:ext uri="{BB962C8B-B14F-4D97-AF65-F5344CB8AC3E}">
        <p14:creationId xmlns:p14="http://schemas.microsoft.com/office/powerpoint/2010/main" val="1611735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6D07-93FE-62D4-5BD7-1F294519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A0AD276-3D9B-8E6F-4BA1-5ABA79CDB7B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997608" y="1420035"/>
            <a:ext cx="32992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 sz="1350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0DAE919-2704-8969-6024-695AC84D9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Thank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80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794DA90E98FC4C9DD9FB35ED1CA6B9" ma:contentTypeVersion="11" ma:contentTypeDescription="Creare un nuovo documento." ma:contentTypeScope="" ma:versionID="7d4ad2d9ecd55a3e27b5371e69e1b12e">
  <xsd:schema xmlns:xsd="http://www.w3.org/2001/XMLSchema" xmlns:xs="http://www.w3.org/2001/XMLSchema" xmlns:p="http://schemas.microsoft.com/office/2006/metadata/properties" xmlns:ns2="b1c2d62b-51a7-4d17-bf1f-b06c3f5c7955" xmlns:ns3="93928e61-8512-4c15-bdf1-c853fd6f030d" targetNamespace="http://schemas.microsoft.com/office/2006/metadata/properties" ma:root="true" ma:fieldsID="b7db8a0a509b36a55bf1c03c6d0a8152" ns2:_="" ns3:_="">
    <xsd:import namespace="b1c2d62b-51a7-4d17-bf1f-b06c3f5c7955"/>
    <xsd:import namespace="93928e61-8512-4c15-bdf1-c853fd6f03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2d62b-51a7-4d17-bf1f-b06c3f5c79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709fca1f-2dfe-44ee-a1a7-c45007566d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28e61-8512-4c15-bdf1-c853fd6f030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a3793d-66f8-41e5-88df-3043e1b92c4f}" ma:internalName="TaxCatchAll" ma:showField="CatchAllData" ma:web="93928e61-8512-4c15-bdf1-c853fd6f03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928e61-8512-4c15-bdf1-c853fd6f030d" xsi:nil="true"/>
    <lcf76f155ced4ddcb4097134ff3c332f xmlns="b1c2d62b-51a7-4d17-bf1f-b06c3f5c79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EE5E5B5-7A1A-41F1-BB77-64CA411160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c2d62b-51a7-4d17-bf1f-b06c3f5c7955"/>
    <ds:schemaRef ds:uri="93928e61-8512-4c15-bdf1-c853fd6f03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E209A-3D6A-4437-B657-B6516293DB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178CFA-D463-44A3-8438-381C07D1AC11}">
  <ds:schemaRefs>
    <ds:schemaRef ds:uri="http://schemas.microsoft.com/office/2006/metadata/properties"/>
    <ds:schemaRef ds:uri="http://schemas.microsoft.com/office/infopath/2007/PartnerControls"/>
    <ds:schemaRef ds:uri="93928e61-8512-4c15-bdf1-c853fd6f030d"/>
    <ds:schemaRef ds:uri="b1c2d62b-51a7-4d17-bf1f-b06c3f5c795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21739</TotalTime>
  <Words>556</Words>
  <Application>Microsoft Macintosh PowerPoint</Application>
  <PresentationFormat>On-screen Show (16:9)</PresentationFormat>
  <Paragraphs>295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ＭＳ ゴシック</vt:lpstr>
      <vt:lpstr>Verdana</vt:lpstr>
      <vt:lpstr>Courier New</vt:lpstr>
      <vt:lpstr>Aptos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di (shared)16:9 Area Science Park Deep Tech(1920 x 1080 px)</dc:title>
  <cp:lastModifiedBy>PRENASSI MARCO</cp:lastModifiedBy>
  <cp:revision>55</cp:revision>
  <dcterms:created xsi:type="dcterms:W3CDTF">2006-08-16T00:00:00Z</dcterms:created>
  <dcterms:modified xsi:type="dcterms:W3CDTF">2025-10-24T07:20:03Z</dcterms:modified>
  <dc:identifier>DAGlXhibAww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0x0101006D794DA90E98FC4C9DD9FB35ED1CA6B9</vt:lpwstr>
  </property>
</Properties>
</file>